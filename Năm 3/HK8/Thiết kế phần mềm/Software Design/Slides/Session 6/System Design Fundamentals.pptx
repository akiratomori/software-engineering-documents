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Amatic SC"/>
      <p:regular r:id="rId8"/>
      <p:bold r:id="rId9"/>
    </p:embeddedFont>
    <p:embeddedFont>
      <p:font typeface="Source Code Pr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SourceCodePro-bold.fntdata"/><Relationship Id="rId10" Type="http://schemas.openxmlformats.org/officeDocument/2006/relationships/font" Target="fonts/SourceCodePro-regular.fntdata"/><Relationship Id="rId13" Type="http://schemas.openxmlformats.org/officeDocument/2006/relationships/font" Target="fonts/SourceCodePro-boldItalic.fntdata"/><Relationship Id="rId12" Type="http://schemas.openxmlformats.org/officeDocument/2006/relationships/font" Target="fonts/SourceCodePr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AmaticSC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AmaticSC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374665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374665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125625" y="392150"/>
            <a:ext cx="88533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 Fundamentals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https://nndkhoa.github.io/software-design-docs/D06/chapter-03.slide-illustrated.html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