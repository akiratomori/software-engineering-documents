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d374665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d374665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nndkhoa.github.io/software-design-docs/D02/slides-en.html" TargetMode="External"/><Relationship Id="rId4" Type="http://schemas.openxmlformats.org/officeDocument/2006/relationships/hyperlink" Target="https://www.geeksforgeeks.org/system-design/principles-of-software-design/" TargetMode="External"/><Relationship Id="rId5" Type="http://schemas.openxmlformats.org/officeDocument/2006/relationships/hyperlink" Target="https://www.designgurus.io/blog/essential-software-design-principles-you-should-know-before-the-interview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Design Principles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https://nndkhoa.github.io/software-design-docs/D02/slides-en.html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https://www.geeksforgeeks.org/system-design/principles-of-software-design/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https://www.designgurus.io/blog/essential-software-design-principles-you-should-know-before-the-interview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