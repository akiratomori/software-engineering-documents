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9.bin"/>
  <Override ContentType="application/vnd.openxmlformats-officedocument.oleObject" PartName="/ppt/embeddings/oleObject32.bin"/>
  <Override ContentType="application/vnd.openxmlformats-officedocument.oleObject" PartName="/ppt/embeddings/oleObject15.bin"/>
  <Override ContentType="application/vnd.openxmlformats-officedocument.oleObject" PartName="/ppt/embeddings/oleObject29.bin"/>
  <Override ContentType="application/vnd.openxmlformats-officedocument.oleObject" PartName="/ppt/embeddings/oleObject4.bin"/>
  <Override ContentType="application/vnd.openxmlformats-officedocument.oleObject" PartName="/ppt/embeddings/oleObject28.bin"/>
  <Override ContentType="application/vnd.openxmlformats-officedocument.oleObject" PartName="/ppt/embeddings/oleObject11.bin"/>
  <Override ContentType="application/vnd.openxmlformats-officedocument.oleObject" PartName="/ppt/embeddings/oleObject8.bin"/>
  <Override ContentType="application/vnd.openxmlformats-officedocument.oleObject" PartName="/ppt/embeddings/oleObject33.bin"/>
  <Override ContentType="application/vnd.openxmlformats-officedocument.oleObject" PartName="/ppt/embeddings/oleObject24.bin"/>
  <Override ContentType="application/vnd.openxmlformats-officedocument.oleObject" PartName="/ppt/embeddings/oleObject25.bin"/>
  <Override ContentType="application/vnd.openxmlformats-officedocument.oleObject" PartName="/ppt/embeddings/oleObject20.bin"/>
  <Override ContentType="application/vnd.openxmlformats-officedocument.oleObject" PartName="/ppt/embeddings/oleObject12.bin"/>
  <Override ContentType="application/vnd.openxmlformats-officedocument.oleObject" PartName="/ppt/embeddings/oleObject3.bin"/>
  <Override ContentType="application/vnd.openxmlformats-officedocument.oleObject" PartName="/ppt/embeddings/oleObject17.bin"/>
  <Override ContentType="application/vnd.openxmlformats-officedocument.oleObject" PartName="/ppt/embeddings/oleObject7.bin"/>
  <Override ContentType="application/vnd.openxmlformats-officedocument.oleObject" PartName="/ppt/embeddings/oleObject16.bin"/>
  <Override ContentType="application/vnd.openxmlformats-officedocument.oleObject" PartName="/ppt/embeddings/oleObject2.bin"/>
  <Override ContentType="application/vnd.openxmlformats-officedocument.oleObject" PartName="/ppt/embeddings/oleObject34.bin"/>
  <Override ContentType="application/vnd.openxmlformats-officedocument.oleObject" PartName="/ppt/embeddings/oleObject21.bin"/>
  <Override ContentType="application/vnd.openxmlformats-officedocument.oleObject" PartName="/ppt/embeddings/oleObject13.bin"/>
  <Override ContentType="application/vnd.openxmlformats-officedocument.oleObject" PartName="/ppt/embeddings/oleObject26.bin"/>
  <Override ContentType="application/vnd.openxmlformats-officedocument.oleObject" PartName="/ppt/embeddings/oleObject6.bin"/>
  <Override ContentType="application/vnd.openxmlformats-officedocument.oleObject" PartName="/ppt/embeddings/oleObject30.bin"/>
  <Override ContentType="application/vnd.openxmlformats-officedocument.oleObject" PartName="/ppt/embeddings/oleObject18.bin"/>
  <Override ContentType="application/vnd.openxmlformats-officedocument.oleObject" PartName="/ppt/embeddings/oleObject1.bin"/>
  <Override ContentType="application/vnd.openxmlformats-officedocument.oleObject" PartName="/ppt/embeddings/oleObject22.bin"/>
  <Override ContentType="application/vnd.openxmlformats-officedocument.oleObject" PartName="/ppt/embeddings/oleObject19.bin"/>
  <Override ContentType="application/vnd.openxmlformats-officedocument.oleObject" PartName="/ppt/embeddings/oleObject14.bin"/>
  <Override ContentType="application/vnd.openxmlformats-officedocument.oleObject" PartName="/ppt/embeddings/oleObject31.bin"/>
  <Override ContentType="application/vnd.openxmlformats-officedocument.oleObject" PartName="/ppt/embeddings/oleObject5.bin"/>
  <Override ContentType="application/vnd.openxmlformats-officedocument.oleObject" PartName="/ppt/embeddings/oleObject10.bin"/>
  <Override ContentType="application/vnd.openxmlformats-officedocument.oleObject" PartName="/ppt/embeddings/oleObject27.bin"/>
  <Override ContentType="application/vnd.openxmlformats-officedocument.oleObject" PartName="/ppt/embeddings/oleObject23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Questrial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g55WMZiGEmQjhrws3+EaUT7St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Questrial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15.png"/><Relationship Id="rId7" Type="http://schemas.openxmlformats.org/officeDocument/2006/relationships/image" Target="../media/image15.png"/><Relationship Id="rId8" Type="http://schemas.openxmlformats.org/officeDocument/2006/relationships/image" Target="../media/image29.png"/></Relationships>
</file>

<file path=ppt/drawings/_rels/vmlDrawing5.v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5.png"/><Relationship Id="rId13" Type="http://schemas.openxmlformats.org/officeDocument/2006/relationships/image" Target="../media/image17.png"/><Relationship Id="rId12" Type="http://schemas.openxmlformats.org/officeDocument/2006/relationships/image" Target="../media/image19.png"/><Relationship Id="rId1" Type="http://schemas.openxmlformats.org/officeDocument/2006/relationships/image" Target="../media/image16.png"/><Relationship Id="rId2" Type="http://schemas.openxmlformats.org/officeDocument/2006/relationships/image" Target="../media/image13.png"/><Relationship Id="rId3" Type="http://schemas.openxmlformats.org/officeDocument/2006/relationships/image" Target="../media/image27.png"/><Relationship Id="rId4" Type="http://schemas.openxmlformats.org/officeDocument/2006/relationships/image" Target="../media/image27.png"/><Relationship Id="rId9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25.png"/><Relationship Id="rId7" Type="http://schemas.openxmlformats.org/officeDocument/2006/relationships/image" Target="../media/image25.png"/><Relationship Id="rId8" Type="http://schemas.openxmlformats.org/officeDocument/2006/relationships/image" Target="../media/image18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35891a8042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35891a8042_3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35891a8042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35891a8042_3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/>
          <p:nvPr/>
        </p:nvSpPr>
        <p:spPr>
          <a:xfrm>
            <a:off x="0" y="0"/>
            <a:ext cx="9144000" cy="386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7"/>
          <p:cNvSpPr/>
          <p:nvPr/>
        </p:nvSpPr>
        <p:spPr>
          <a:xfrm>
            <a:off x="1262063" y="0"/>
            <a:ext cx="2362200" cy="37149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rgbClr val="2A59B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7"/>
          <p:cNvSpPr/>
          <p:nvPr/>
        </p:nvSpPr>
        <p:spPr>
          <a:xfrm>
            <a:off x="304800" y="1800225"/>
            <a:ext cx="8458200" cy="8286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7"/>
          <p:cNvSpPr txBox="1"/>
          <p:nvPr>
            <p:ph type="ctrTitle"/>
          </p:nvPr>
        </p:nvSpPr>
        <p:spPr>
          <a:xfrm>
            <a:off x="457200" y="1943100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" type="subTitle"/>
          </p:nvPr>
        </p:nvSpPr>
        <p:spPr>
          <a:xfrm>
            <a:off x="1828800" y="2800350"/>
            <a:ext cx="586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b="1">
                <a:solidFill>
                  <a:schemeClr val="lt1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900"/>
              <a:buChar char="🞇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080"/>
              <a:buChar char="🞇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0" type="dt"/>
          </p:nvPr>
        </p:nvSpPr>
        <p:spPr>
          <a:xfrm>
            <a:off x="457200" y="4800600"/>
            <a:ext cx="2133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1" type="ftr"/>
          </p:nvPr>
        </p:nvSpPr>
        <p:spPr>
          <a:xfrm>
            <a:off x="3124200" y="4800600"/>
            <a:ext cx="2895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6553200" y="4800600"/>
            <a:ext cx="2133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" name="Google Shape;3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618185"/>
            <a:ext cx="1258888" cy="1078706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7"/>
          <p:cNvSpPr/>
          <p:nvPr/>
        </p:nvSpPr>
        <p:spPr>
          <a:xfrm>
            <a:off x="1276350" y="3706416"/>
            <a:ext cx="7867800" cy="1632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7"/>
          <p:cNvSpPr/>
          <p:nvPr/>
        </p:nvSpPr>
        <p:spPr>
          <a:xfrm>
            <a:off x="304800" y="228600"/>
            <a:ext cx="8534400" cy="3257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7"/>
          <p:cNvSpPr/>
          <p:nvPr/>
        </p:nvSpPr>
        <p:spPr>
          <a:xfrm>
            <a:off x="7391400" y="685800"/>
            <a:ext cx="1600200" cy="10860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7"/>
          <p:cNvSpPr/>
          <p:nvPr/>
        </p:nvSpPr>
        <p:spPr>
          <a:xfrm>
            <a:off x="8305800" y="0"/>
            <a:ext cx="76200" cy="13146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❖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🞇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🞇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9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9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46" name="Google Shape;46;p29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" type="body"/>
          </p:nvPr>
        </p:nvSpPr>
        <p:spPr>
          <a:xfrm>
            <a:off x="457200" y="1028700"/>
            <a:ext cx="4038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Char char="❖"/>
              <a:defRPr sz="2800"/>
            </a:lvl1pPr>
            <a:lvl2pPr indent="-304800" lvl="1" marL="914400" algn="l">
              <a:spcBef>
                <a:spcPts val="480"/>
              </a:spcBef>
              <a:spcAft>
                <a:spcPts val="0"/>
              </a:spcAft>
              <a:buSzPts val="1200"/>
              <a:buChar char="🞇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🞇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9pPr>
          </a:lstStyle>
          <a:p/>
        </p:txBody>
      </p:sp>
      <p:sp>
        <p:nvSpPr>
          <p:cNvPr id="52" name="Google Shape;52;p30"/>
          <p:cNvSpPr txBox="1"/>
          <p:nvPr>
            <p:ph idx="2" type="body"/>
          </p:nvPr>
        </p:nvSpPr>
        <p:spPr>
          <a:xfrm>
            <a:off x="4648200" y="1028700"/>
            <a:ext cx="4038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Char char="❖"/>
              <a:defRPr sz="2800"/>
            </a:lvl1pPr>
            <a:lvl2pPr indent="-304800" lvl="1" marL="914400" algn="l">
              <a:spcBef>
                <a:spcPts val="480"/>
              </a:spcBef>
              <a:spcAft>
                <a:spcPts val="0"/>
              </a:spcAft>
              <a:buSzPts val="1200"/>
              <a:buChar char="🞇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🞇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9pPr>
          </a:lstStyle>
          <a:p/>
        </p:txBody>
      </p:sp>
      <p:sp>
        <p:nvSpPr>
          <p:cNvPr id="53" name="Google Shape;53;p30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0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31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  <a:defRPr sz="2400"/>
            </a:lvl1pPr>
            <a:lvl2pPr indent="-292100" lvl="1" marL="914400" algn="l">
              <a:spcBef>
                <a:spcPts val="400"/>
              </a:spcBef>
              <a:spcAft>
                <a:spcPts val="0"/>
              </a:spcAft>
              <a:buSzPts val="1000"/>
              <a:buChar char="🞇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289560" lvl="3" marL="1828800" algn="l">
              <a:spcBef>
                <a:spcPts val="320"/>
              </a:spcBef>
              <a:spcAft>
                <a:spcPts val="0"/>
              </a:spcAft>
              <a:buSzPts val="960"/>
              <a:buChar char="🞇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9pPr>
          </a:lstStyle>
          <a:p/>
        </p:txBody>
      </p:sp>
      <p:sp>
        <p:nvSpPr>
          <p:cNvPr id="60" name="Google Shape;60;p31"/>
          <p:cNvSpPr txBox="1"/>
          <p:nvPr>
            <p:ph idx="3" type="body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31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  <a:defRPr sz="2400"/>
            </a:lvl1pPr>
            <a:lvl2pPr indent="-292100" lvl="1" marL="914400" algn="l">
              <a:spcBef>
                <a:spcPts val="400"/>
              </a:spcBef>
              <a:spcAft>
                <a:spcPts val="0"/>
              </a:spcAft>
              <a:buSzPts val="1000"/>
              <a:buChar char="🞇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289560" lvl="3" marL="1828800" algn="l">
              <a:spcBef>
                <a:spcPts val="320"/>
              </a:spcBef>
              <a:spcAft>
                <a:spcPts val="0"/>
              </a:spcAft>
              <a:buSzPts val="960"/>
              <a:buChar char="🞇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2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2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❖"/>
              <a:defRPr sz="3200"/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SzPts val="1400"/>
              <a:buChar char="🞇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04800" lvl="3" marL="1828800" algn="l">
              <a:spcBef>
                <a:spcPts val="400"/>
              </a:spcBef>
              <a:spcAft>
                <a:spcPts val="0"/>
              </a:spcAft>
              <a:buSzPts val="1200"/>
              <a:buChar char="🞇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  <a:defRPr sz="2000"/>
            </a:lvl9pPr>
          </a:lstStyle>
          <a:p/>
        </p:txBody>
      </p:sp>
      <p:sp>
        <p:nvSpPr>
          <p:cNvPr id="77" name="Google Shape;77;p34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8" name="Google Shape;78;p34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5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35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35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5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5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6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6"/>
          <p:cNvSpPr txBox="1"/>
          <p:nvPr>
            <p:ph idx="1" type="body"/>
          </p:nvPr>
        </p:nvSpPr>
        <p:spPr>
          <a:xfrm rot="5400000">
            <a:off x="2687250" y="-1201350"/>
            <a:ext cx="3769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❖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🞇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🞇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91" name="Google Shape;91;p36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6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6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7"/>
          <p:cNvSpPr txBox="1"/>
          <p:nvPr>
            <p:ph type="title"/>
          </p:nvPr>
        </p:nvSpPr>
        <p:spPr>
          <a:xfrm rot="5400000">
            <a:off x="5336400" y="1447781"/>
            <a:ext cx="4643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7"/>
          <p:cNvSpPr txBox="1"/>
          <p:nvPr>
            <p:ph idx="1" type="body"/>
          </p:nvPr>
        </p:nvSpPr>
        <p:spPr>
          <a:xfrm rot="5400000">
            <a:off x="1145400" y="-533419"/>
            <a:ext cx="46434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❖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🞇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🞇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97" name="Google Shape;97;p37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7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7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8"/>
          <p:cNvSpPr txBox="1"/>
          <p:nvPr>
            <p:ph type="title"/>
          </p:nvPr>
        </p:nvSpPr>
        <p:spPr>
          <a:xfrm>
            <a:off x="1049338" y="141685"/>
            <a:ext cx="7910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8"/>
          <p:cNvSpPr txBox="1"/>
          <p:nvPr>
            <p:ph idx="1" type="body"/>
          </p:nvPr>
        </p:nvSpPr>
        <p:spPr>
          <a:xfrm>
            <a:off x="184150" y="789385"/>
            <a:ext cx="4311600" cy="3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❖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🞇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🞇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103" name="Google Shape;103;p38"/>
          <p:cNvSpPr txBox="1"/>
          <p:nvPr>
            <p:ph idx="2" type="body"/>
          </p:nvPr>
        </p:nvSpPr>
        <p:spPr>
          <a:xfrm>
            <a:off x="4648200" y="789385"/>
            <a:ext cx="4311600" cy="3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❖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🞇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🞇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104" name="Google Shape;104;p38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8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8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chemeClr val="lt1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/>
          <p:nvPr/>
        </p:nvSpPr>
        <p:spPr>
          <a:xfrm>
            <a:off x="0" y="7144"/>
            <a:ext cx="9144000" cy="77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6"/>
          <p:cNvSpPr/>
          <p:nvPr/>
        </p:nvSpPr>
        <p:spPr>
          <a:xfrm>
            <a:off x="1447800" y="0"/>
            <a:ext cx="7696200" cy="659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6"/>
          <p:cNvSpPr/>
          <p:nvPr/>
        </p:nvSpPr>
        <p:spPr>
          <a:xfrm>
            <a:off x="0" y="119063"/>
            <a:ext cx="9144000" cy="452400"/>
          </a:xfrm>
          <a:prstGeom prst="rect">
            <a:avLst/>
          </a:prstGeom>
          <a:gradFill>
            <a:gsLst>
              <a:gs pos="0">
                <a:srgbClr val="224894"/>
              </a:gs>
              <a:gs pos="100000">
                <a:schemeClr val="accent1"/>
              </a:gs>
            </a:gsLst>
            <a:lin ang="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6"/>
          <p:cNvSpPr/>
          <p:nvPr/>
        </p:nvSpPr>
        <p:spPr>
          <a:xfrm>
            <a:off x="0" y="857250"/>
            <a:ext cx="228600" cy="4286400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6"/>
          <p:cNvSpPr/>
          <p:nvPr/>
        </p:nvSpPr>
        <p:spPr>
          <a:xfrm>
            <a:off x="8686800" y="0"/>
            <a:ext cx="76200" cy="4572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6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❖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🞇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8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🞇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6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6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6"/>
          <p:cNvSpPr/>
          <p:nvPr/>
        </p:nvSpPr>
        <p:spPr>
          <a:xfrm>
            <a:off x="0" y="0"/>
            <a:ext cx="1447800" cy="80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43013" cy="77866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6"/>
          <p:cNvSpPr/>
          <p:nvPr/>
        </p:nvSpPr>
        <p:spPr>
          <a:xfrm>
            <a:off x="0" y="776288"/>
            <a:ext cx="1447800" cy="1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6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3.bin"/><Relationship Id="rId10" Type="http://schemas.openxmlformats.org/officeDocument/2006/relationships/oleObject" Target="../embeddings/oleObject3.bin"/><Relationship Id="rId13" Type="http://schemas.openxmlformats.org/officeDocument/2006/relationships/oleObject" Target="../embeddings/oleObject4.bin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png"/><Relationship Id="rId15" Type="http://schemas.openxmlformats.org/officeDocument/2006/relationships/image" Target="../media/image7.png"/><Relationship Id="rId14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6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7.bin"/><Relationship Id="rId10" Type="http://schemas.openxmlformats.org/officeDocument/2006/relationships/oleObject" Target="../embeddings/oleObject7.bin"/><Relationship Id="rId13" Type="http://schemas.openxmlformats.org/officeDocument/2006/relationships/oleObject" Target="../embeddings/oleObject8.bin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5.bin"/><Relationship Id="rId9" Type="http://schemas.openxmlformats.org/officeDocument/2006/relationships/image" Target="../media/image6.png"/><Relationship Id="rId15" Type="http://schemas.openxmlformats.org/officeDocument/2006/relationships/image" Target="../media/image8.png"/><Relationship Id="rId14" Type="http://schemas.openxmlformats.org/officeDocument/2006/relationships/oleObject" Target="../embeddings/oleObject8.bin"/><Relationship Id="rId17" Type="http://schemas.openxmlformats.org/officeDocument/2006/relationships/image" Target="../media/image11.png"/><Relationship Id="rId16" Type="http://schemas.openxmlformats.org/officeDocument/2006/relationships/image" Target="../media/image9.png"/><Relationship Id="rId5" Type="http://schemas.openxmlformats.org/officeDocument/2006/relationships/oleObject" Target="../embeddings/oleObject5.bin"/><Relationship Id="rId6" Type="http://schemas.openxmlformats.org/officeDocument/2006/relationships/image" Target="../media/image10.png"/><Relationship Id="rId7" Type="http://schemas.openxmlformats.org/officeDocument/2006/relationships/oleObject" Target="../embeddings/oleObject6.bin"/><Relationship Id="rId8" Type="http://schemas.openxmlformats.org/officeDocument/2006/relationships/oleObject" Target="../embeddings/oleObject6.bin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11.bin"/><Relationship Id="rId10" Type="http://schemas.openxmlformats.org/officeDocument/2006/relationships/oleObject" Target="../embeddings/oleObject11.bin"/><Relationship Id="rId13" Type="http://schemas.openxmlformats.org/officeDocument/2006/relationships/oleObject" Target="../embeddings/oleObject12.bin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9.bin"/><Relationship Id="rId9" Type="http://schemas.openxmlformats.org/officeDocument/2006/relationships/image" Target="../media/image6.png"/><Relationship Id="rId15" Type="http://schemas.openxmlformats.org/officeDocument/2006/relationships/image" Target="../media/image4.png"/><Relationship Id="rId14" Type="http://schemas.openxmlformats.org/officeDocument/2006/relationships/oleObject" Target="../embeddings/oleObject12.bin"/><Relationship Id="rId17" Type="http://schemas.openxmlformats.org/officeDocument/2006/relationships/oleObject" Target="../embeddings/oleObject13.bin"/><Relationship Id="rId16" Type="http://schemas.openxmlformats.org/officeDocument/2006/relationships/oleObject" Target="../embeddings/oleObject13.bin"/><Relationship Id="rId5" Type="http://schemas.openxmlformats.org/officeDocument/2006/relationships/oleObject" Target="../embeddings/oleObject9.bin"/><Relationship Id="rId6" Type="http://schemas.openxmlformats.org/officeDocument/2006/relationships/image" Target="../media/image7.png"/><Relationship Id="rId18" Type="http://schemas.openxmlformats.org/officeDocument/2006/relationships/image" Target="../media/image12.png"/><Relationship Id="rId7" Type="http://schemas.openxmlformats.org/officeDocument/2006/relationships/oleObject" Target="../embeddings/oleObject10.bin"/><Relationship Id="rId8" Type="http://schemas.openxmlformats.org/officeDocument/2006/relationships/oleObject" Target="../embeddings/oleObject10.bin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oleObject" Target="../embeddings/oleObject19.bin"/><Relationship Id="rId22" Type="http://schemas.openxmlformats.org/officeDocument/2006/relationships/oleObject" Target="../embeddings/oleObject20.bin"/><Relationship Id="rId21" Type="http://schemas.openxmlformats.org/officeDocument/2006/relationships/oleObject" Target="../embeddings/oleObject20.bin"/><Relationship Id="rId24" Type="http://schemas.openxmlformats.org/officeDocument/2006/relationships/oleObject" Target="../embeddings/oleObject21.bin"/><Relationship Id="rId23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14.bin"/><Relationship Id="rId9" Type="http://schemas.openxmlformats.org/officeDocument/2006/relationships/image" Target="../media/image6.png"/><Relationship Id="rId25" Type="http://schemas.openxmlformats.org/officeDocument/2006/relationships/image" Target="../media/image29.png"/><Relationship Id="rId5" Type="http://schemas.openxmlformats.org/officeDocument/2006/relationships/oleObject" Target="../embeddings/oleObject14.bin"/><Relationship Id="rId6" Type="http://schemas.openxmlformats.org/officeDocument/2006/relationships/image" Target="../media/image7.png"/><Relationship Id="rId7" Type="http://schemas.openxmlformats.org/officeDocument/2006/relationships/oleObject" Target="../embeddings/oleObject15.bin"/><Relationship Id="rId8" Type="http://schemas.openxmlformats.org/officeDocument/2006/relationships/oleObject" Target="../embeddings/oleObject15.bin"/><Relationship Id="rId11" Type="http://schemas.openxmlformats.org/officeDocument/2006/relationships/oleObject" Target="../embeddings/oleObject16.bin"/><Relationship Id="rId10" Type="http://schemas.openxmlformats.org/officeDocument/2006/relationships/oleObject" Target="../embeddings/oleObject16.bin"/><Relationship Id="rId13" Type="http://schemas.openxmlformats.org/officeDocument/2006/relationships/oleObject" Target="../embeddings/oleObject17.bin"/><Relationship Id="rId12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oleObject" Target="../embeddings/oleObject17.bin"/><Relationship Id="rId17" Type="http://schemas.openxmlformats.org/officeDocument/2006/relationships/oleObject" Target="../embeddings/oleObject18.bin"/><Relationship Id="rId16" Type="http://schemas.openxmlformats.org/officeDocument/2006/relationships/oleObject" Target="../embeddings/oleObject18.bin"/><Relationship Id="rId19" Type="http://schemas.openxmlformats.org/officeDocument/2006/relationships/oleObject" Target="../embeddings/oleObject19.bin"/><Relationship Id="rId18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40" Type="http://schemas.openxmlformats.org/officeDocument/2006/relationships/image" Target="../media/image17.png"/><Relationship Id="rId20" Type="http://schemas.openxmlformats.org/officeDocument/2006/relationships/image" Target="../media/image25.png"/><Relationship Id="rId22" Type="http://schemas.openxmlformats.org/officeDocument/2006/relationships/oleObject" Target="../embeddings/oleObject28.bin"/><Relationship Id="rId21" Type="http://schemas.openxmlformats.org/officeDocument/2006/relationships/oleObject" Target="../embeddings/oleObject28.bin"/><Relationship Id="rId24" Type="http://schemas.openxmlformats.org/officeDocument/2006/relationships/oleObject" Target="../embeddings/oleObject29.bin"/><Relationship Id="rId23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22.bin"/><Relationship Id="rId9" Type="http://schemas.openxmlformats.org/officeDocument/2006/relationships/image" Target="../media/image13.png"/><Relationship Id="rId26" Type="http://schemas.openxmlformats.org/officeDocument/2006/relationships/oleObject" Target="../embeddings/oleObject30.bin"/><Relationship Id="rId25" Type="http://schemas.openxmlformats.org/officeDocument/2006/relationships/image" Target="../media/image18.png"/><Relationship Id="rId28" Type="http://schemas.openxmlformats.org/officeDocument/2006/relationships/image" Target="../media/image6.png"/><Relationship Id="rId27" Type="http://schemas.openxmlformats.org/officeDocument/2006/relationships/oleObject" Target="../embeddings/oleObject30.bin"/><Relationship Id="rId5" Type="http://schemas.openxmlformats.org/officeDocument/2006/relationships/oleObject" Target="../embeddings/oleObject22.bin"/><Relationship Id="rId6" Type="http://schemas.openxmlformats.org/officeDocument/2006/relationships/image" Target="../media/image16.png"/><Relationship Id="rId29" Type="http://schemas.openxmlformats.org/officeDocument/2006/relationships/oleObject" Target="../embeddings/oleObject31.bin"/><Relationship Id="rId7" Type="http://schemas.openxmlformats.org/officeDocument/2006/relationships/oleObject" Target="../embeddings/oleObject23.bin"/><Relationship Id="rId8" Type="http://schemas.openxmlformats.org/officeDocument/2006/relationships/oleObject" Target="../embeddings/oleObject23.bin"/><Relationship Id="rId31" Type="http://schemas.openxmlformats.org/officeDocument/2006/relationships/image" Target="../media/image5.png"/><Relationship Id="rId30" Type="http://schemas.openxmlformats.org/officeDocument/2006/relationships/oleObject" Target="../embeddings/oleObject31.bin"/><Relationship Id="rId11" Type="http://schemas.openxmlformats.org/officeDocument/2006/relationships/oleObject" Target="../embeddings/oleObject24.bin"/><Relationship Id="rId33" Type="http://schemas.openxmlformats.org/officeDocument/2006/relationships/oleObject" Target="../embeddings/oleObject32.bin"/><Relationship Id="rId10" Type="http://schemas.openxmlformats.org/officeDocument/2006/relationships/oleObject" Target="../embeddings/oleObject24.bin"/><Relationship Id="rId32" Type="http://schemas.openxmlformats.org/officeDocument/2006/relationships/oleObject" Target="../embeddings/oleObject32.bin"/><Relationship Id="rId13" Type="http://schemas.openxmlformats.org/officeDocument/2006/relationships/oleObject" Target="../embeddings/oleObject25.bin"/><Relationship Id="rId35" Type="http://schemas.openxmlformats.org/officeDocument/2006/relationships/oleObject" Target="../embeddings/oleObject33.bin"/><Relationship Id="rId12" Type="http://schemas.openxmlformats.org/officeDocument/2006/relationships/image" Target="../media/image27.png"/><Relationship Id="rId34" Type="http://schemas.openxmlformats.org/officeDocument/2006/relationships/image" Target="../media/image20.png"/><Relationship Id="rId15" Type="http://schemas.openxmlformats.org/officeDocument/2006/relationships/oleObject" Target="../embeddings/oleObject26.bin"/><Relationship Id="rId37" Type="http://schemas.openxmlformats.org/officeDocument/2006/relationships/image" Target="../media/image19.png"/><Relationship Id="rId14" Type="http://schemas.openxmlformats.org/officeDocument/2006/relationships/oleObject" Target="../embeddings/oleObject25.bin"/><Relationship Id="rId36" Type="http://schemas.openxmlformats.org/officeDocument/2006/relationships/oleObject" Target="../embeddings/oleObject33.bin"/><Relationship Id="rId17" Type="http://schemas.openxmlformats.org/officeDocument/2006/relationships/image" Target="../media/image14.png"/><Relationship Id="rId39" Type="http://schemas.openxmlformats.org/officeDocument/2006/relationships/oleObject" Target="../embeddings/oleObject34.bin"/><Relationship Id="rId16" Type="http://schemas.openxmlformats.org/officeDocument/2006/relationships/oleObject" Target="../embeddings/oleObject26.bin"/><Relationship Id="rId38" Type="http://schemas.openxmlformats.org/officeDocument/2006/relationships/oleObject" Target="../embeddings/oleObject34.bin"/><Relationship Id="rId19" Type="http://schemas.openxmlformats.org/officeDocument/2006/relationships/oleObject" Target="../embeddings/oleObject27.bin"/><Relationship Id="rId18" Type="http://schemas.openxmlformats.org/officeDocument/2006/relationships/oleObject" Target="../embeddings/oleObject27.bin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/>
          <p:nvPr>
            <p:ph type="ctrTitle"/>
          </p:nvPr>
        </p:nvSpPr>
        <p:spPr>
          <a:xfrm>
            <a:off x="457200" y="1943100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Software Architecture</a:t>
            </a:r>
            <a:endParaRPr/>
          </a:p>
        </p:txBody>
      </p:sp>
      <p:sp>
        <p:nvSpPr>
          <p:cNvPr id="112" name="Google Shape;112;p1"/>
          <p:cNvSpPr/>
          <p:nvPr/>
        </p:nvSpPr>
        <p:spPr>
          <a:xfrm>
            <a:off x="4147296" y="2686050"/>
            <a:ext cx="472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Assoc. Prof. TRAN Minh Triet</a:t>
            </a:r>
            <a:endParaRPr b="1"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Department of Software Engineering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3838252" y="4343400"/>
            <a:ext cx="5305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B1C0FF"/>
                </a:solidFill>
                <a:latin typeface="Arial"/>
                <a:ea typeface="Arial"/>
                <a:cs typeface="Arial"/>
                <a:sym typeface="Arial"/>
              </a:rPr>
              <a:t>Software Analysis and Design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2388454" y="287348"/>
            <a:ext cx="4367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 of Science, VNU-HCM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Faculty of Information Technology</a:t>
            </a:r>
            <a:endParaRPr/>
          </a:p>
        </p:txBody>
      </p:sp>
      <p:pic>
        <p:nvPicPr>
          <p:cNvPr id="115" name="Google Shape;1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087467"/>
            <a:ext cx="1151109" cy="904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Nội dung</a:t>
            </a:r>
            <a:endParaRPr/>
          </a:p>
        </p:txBody>
      </p:sp>
      <p:sp>
        <p:nvSpPr>
          <p:cNvPr id="122" name="Google Shape;122;p2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Introduction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Multi-layer Architecture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Multi-tier Architecture</a:t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1-layer</a:t>
            </a:r>
            <a:endParaRPr/>
          </a:p>
        </p:txBody>
      </p:sp>
      <p:sp>
        <p:nvSpPr>
          <p:cNvPr id="128" name="Google Shape;128;p3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457200" y="959644"/>
            <a:ext cx="2514600" cy="342900"/>
          </a:xfrm>
          <a:prstGeom prst="rect">
            <a:avLst/>
          </a:prstGeom>
          <a:gradFill>
            <a:gsLst>
              <a:gs pos="0">
                <a:srgbClr val="FF9900">
                  <a:alpha val="70980"/>
                </a:srgbClr>
              </a:gs>
              <a:gs pos="50000">
                <a:srgbClr val="FFFFFF">
                  <a:alpha val="70980"/>
                </a:srgbClr>
              </a:gs>
              <a:gs pos="100000">
                <a:srgbClr val="FF9900">
                  <a:alpha val="70980"/>
                </a:srgbClr>
              </a:gs>
            </a:gsLst>
            <a:lin ang="5400000" scaled="0"/>
          </a:gradFill>
          <a:ln cap="flat" cmpd="sng" w="9525">
            <a:solidFill>
              <a:srgbClr val="FF9900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35921">
              <a:srgbClr val="FF990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/>
          </a:p>
        </p:txBody>
      </p:sp>
      <p:grpSp>
        <p:nvGrpSpPr>
          <p:cNvPr id="130" name="Google Shape;130;p3"/>
          <p:cNvGrpSpPr/>
          <p:nvPr/>
        </p:nvGrpSpPr>
        <p:grpSpPr>
          <a:xfrm>
            <a:off x="457200" y="4788694"/>
            <a:ext cx="2590800" cy="357188"/>
            <a:chOff x="288" y="3840"/>
            <a:chExt cx="1632" cy="300"/>
          </a:xfrm>
        </p:grpSpPr>
        <p:cxnSp>
          <p:nvCxnSpPr>
            <p:cNvPr id="131" name="Google Shape;131;p3"/>
            <p:cNvCxnSpPr/>
            <p:nvPr/>
          </p:nvCxnSpPr>
          <p:spPr>
            <a:xfrm>
              <a:off x="288" y="3840"/>
              <a:ext cx="16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3"/>
            <p:cNvCxnSpPr/>
            <p:nvPr/>
          </p:nvCxnSpPr>
          <p:spPr>
            <a:xfrm>
              <a:off x="288" y="4080"/>
              <a:ext cx="16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" name="Google Shape;133;p3"/>
            <p:cNvSpPr txBox="1"/>
            <p:nvPr/>
          </p:nvSpPr>
          <p:spPr>
            <a:xfrm>
              <a:off x="288" y="3840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 X</a:t>
              </a:r>
              <a:endParaRPr/>
            </a:p>
          </p:txBody>
        </p:sp>
      </p:grpSp>
      <p:cxnSp>
        <p:nvCxnSpPr>
          <p:cNvPr id="134" name="Google Shape;134;p3"/>
          <p:cNvCxnSpPr/>
          <p:nvPr/>
        </p:nvCxnSpPr>
        <p:spPr>
          <a:xfrm>
            <a:off x="1371600" y="1302544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135" name="Google Shape;135;p3"/>
          <p:cNvCxnSpPr/>
          <p:nvPr/>
        </p:nvCxnSpPr>
        <p:spPr>
          <a:xfrm rot="10800000">
            <a:off x="2133600" y="1302544"/>
            <a:ext cx="0" cy="228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lg" w="lg" type="stealth"/>
          </a:ln>
        </p:spPr>
      </p:cxnSp>
      <p:grpSp>
        <p:nvGrpSpPr>
          <p:cNvPr id="136" name="Google Shape;136;p3"/>
          <p:cNvGrpSpPr/>
          <p:nvPr/>
        </p:nvGrpSpPr>
        <p:grpSpPr>
          <a:xfrm>
            <a:off x="457200" y="1531144"/>
            <a:ext cx="2514600" cy="857250"/>
            <a:chOff x="288" y="1104"/>
            <a:chExt cx="1584" cy="720"/>
          </a:xfrm>
        </p:grpSpPr>
        <p:sp>
          <p:nvSpPr>
            <p:cNvPr id="137" name="Google Shape;137;p3"/>
            <p:cNvSpPr txBox="1"/>
            <p:nvPr/>
          </p:nvSpPr>
          <p:spPr>
            <a:xfrm>
              <a:off x="288" y="1104"/>
              <a:ext cx="1584" cy="240"/>
            </a:xfrm>
            <a:prstGeom prst="rect">
              <a:avLst/>
            </a:prstGeom>
            <a:gradFill>
              <a:gsLst>
                <a:gs pos="0">
                  <a:srgbClr val="0066FF">
                    <a:alpha val="49803"/>
                  </a:srgbClr>
                </a:gs>
                <a:gs pos="50000">
                  <a:srgbClr val="FFFFFF">
                    <a:alpha val="49803"/>
                  </a:srgbClr>
                </a:gs>
                <a:gs pos="100000">
                  <a:srgbClr val="0066FF">
                    <a:alpha val="49803"/>
                  </a:srgbClr>
                </a:gs>
              </a:gsLst>
              <a:lin ang="5400000" scaled="0"/>
            </a:gradFill>
            <a:ln cap="flat" cmpd="sng" w="9525">
              <a:solidFill>
                <a:srgbClr val="0066F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17961">
                <a:srgbClr val="0066FF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 Interface</a:t>
              </a:r>
              <a:endParaRPr/>
            </a:p>
          </p:txBody>
        </p:sp>
        <p:sp>
          <p:nvSpPr>
            <p:cNvPr id="138" name="Google Shape;138;p3"/>
            <p:cNvSpPr txBox="1"/>
            <p:nvPr/>
          </p:nvSpPr>
          <p:spPr>
            <a:xfrm>
              <a:off x="288" y="1344"/>
              <a:ext cx="1584" cy="240"/>
            </a:xfrm>
            <a:prstGeom prst="rect">
              <a:avLst/>
            </a:prstGeom>
            <a:noFill/>
            <a:ln cap="flat" cmpd="sng" w="9525">
              <a:solidFill>
                <a:srgbClr val="0066F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17961">
                <a:srgbClr val="0066FF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288" y="1584"/>
              <a:ext cx="1584" cy="240"/>
            </a:xfrm>
            <a:prstGeom prst="rect">
              <a:avLst/>
            </a:prstGeom>
            <a:noFill/>
            <a:ln cap="flat" cmpd="sng" w="9525">
              <a:solidFill>
                <a:srgbClr val="0066F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17961">
                <a:srgbClr val="0066FF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0" name="Google Shape;140;p3"/>
          <p:cNvCxnSpPr/>
          <p:nvPr/>
        </p:nvCxnSpPr>
        <p:spPr>
          <a:xfrm>
            <a:off x="1371600" y="2388394"/>
            <a:ext cx="0" cy="240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141" name="Google Shape;141;p3"/>
          <p:cNvCxnSpPr/>
          <p:nvPr/>
        </p:nvCxnSpPr>
        <p:spPr>
          <a:xfrm rot="10800000">
            <a:off x="2133600" y="2388394"/>
            <a:ext cx="0" cy="240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142" name="Google Shape;142;p3"/>
          <p:cNvCxnSpPr/>
          <p:nvPr/>
        </p:nvCxnSpPr>
        <p:spPr>
          <a:xfrm>
            <a:off x="1752600" y="2388394"/>
            <a:ext cx="0" cy="2400300"/>
          </a:xfrm>
          <a:prstGeom prst="straightConnector1">
            <a:avLst/>
          </a:prstGeom>
          <a:noFill/>
          <a:ln cap="flat" cmpd="thinThick" w="571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3" name="Google Shape;143;p3"/>
          <p:cNvSpPr/>
          <p:nvPr/>
        </p:nvSpPr>
        <p:spPr>
          <a:xfrm>
            <a:off x="304800" y="1416844"/>
            <a:ext cx="2819400" cy="1086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4343400" y="790553"/>
            <a:ext cx="4038600" cy="1510800"/>
          </a:xfrm>
          <a:prstGeom prst="cloudCallout">
            <a:avLst>
              <a:gd fmla="val -82903" name="adj1"/>
              <a:gd fmla="val 27394" name="adj2"/>
            </a:avLst>
          </a:prstGeom>
          <a:gradFill>
            <a:gsLst>
              <a:gs pos="0">
                <a:srgbClr val="0066FF">
                  <a:alpha val="49803"/>
                </a:srgbClr>
              </a:gs>
              <a:gs pos="50000">
                <a:srgbClr val="FFFFFF">
                  <a:alpha val="49803"/>
                </a:srgbClr>
              </a:gs>
              <a:gs pos="100000">
                <a:srgbClr val="0066FF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rgbClr val="0066FF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17961">
              <a:srgbClr val="0066FF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I/O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 Handler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Logic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Processor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2-layer</a:t>
            </a:r>
            <a:endParaRPr/>
          </a:p>
        </p:txBody>
      </p:sp>
      <p:sp>
        <p:nvSpPr>
          <p:cNvPr id="150" name="Google Shape;150;p4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4"/>
          <p:cNvGrpSpPr/>
          <p:nvPr/>
        </p:nvGrpSpPr>
        <p:grpSpPr>
          <a:xfrm>
            <a:off x="304800" y="960835"/>
            <a:ext cx="2819400" cy="4186238"/>
            <a:chOff x="192" y="624"/>
            <a:chExt cx="1776" cy="3516"/>
          </a:xfrm>
        </p:grpSpPr>
        <p:sp>
          <p:nvSpPr>
            <p:cNvPr id="152" name="Google Shape;152;p4"/>
            <p:cNvSpPr txBox="1"/>
            <p:nvPr/>
          </p:nvSpPr>
          <p:spPr>
            <a:xfrm>
              <a:off x="288" y="624"/>
              <a:ext cx="1584" cy="288"/>
            </a:xfrm>
            <a:prstGeom prst="rect">
              <a:avLst/>
            </a:prstGeom>
            <a:gradFill>
              <a:gsLst>
                <a:gs pos="0">
                  <a:srgbClr val="FF9900">
                    <a:alpha val="70980"/>
                  </a:srgbClr>
                </a:gs>
                <a:gs pos="50000">
                  <a:srgbClr val="FFFFFF">
                    <a:alpha val="70980"/>
                  </a:srgbClr>
                </a:gs>
                <a:gs pos="100000">
                  <a:srgbClr val="FF9900">
                    <a:alpha val="70980"/>
                  </a:srgbClr>
                </a:gs>
              </a:gsLst>
              <a:lin ang="5400000" scaled="0"/>
            </a:gradFill>
            <a:ln cap="flat" cmpd="sng" w="9525">
              <a:solidFill>
                <a:srgbClr val="FF9900">
                  <a:alpha val="600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35921">
                <a:srgbClr val="FF9900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</p:txBody>
        </p:sp>
        <p:grpSp>
          <p:nvGrpSpPr>
            <p:cNvPr id="153" name="Google Shape;153;p4"/>
            <p:cNvGrpSpPr/>
            <p:nvPr/>
          </p:nvGrpSpPr>
          <p:grpSpPr>
            <a:xfrm>
              <a:off x="288" y="3840"/>
              <a:ext cx="1632" cy="300"/>
              <a:chOff x="288" y="3840"/>
              <a:chExt cx="1632" cy="300"/>
            </a:xfrm>
          </p:grpSpPr>
          <p:cxnSp>
            <p:nvCxnSpPr>
              <p:cNvPr id="154" name="Google Shape;154;p4"/>
              <p:cNvCxnSpPr/>
              <p:nvPr/>
            </p:nvCxnSpPr>
            <p:spPr>
              <a:xfrm>
                <a:off x="288" y="3840"/>
                <a:ext cx="1632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" name="Google Shape;155;p4"/>
              <p:cNvCxnSpPr/>
              <p:nvPr/>
            </p:nvCxnSpPr>
            <p:spPr>
              <a:xfrm>
                <a:off x="288" y="4080"/>
                <a:ext cx="1632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6" name="Google Shape;156;p4"/>
              <p:cNvSpPr txBox="1"/>
              <p:nvPr/>
            </p:nvSpPr>
            <p:spPr>
              <a:xfrm>
                <a:off x="288" y="3840"/>
                <a:ext cx="15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  X</a:t>
                </a:r>
                <a:endParaRPr/>
              </a:p>
            </p:txBody>
          </p:sp>
        </p:grpSp>
        <p:cxnSp>
          <p:nvCxnSpPr>
            <p:cNvPr id="157" name="Google Shape;157;p4"/>
            <p:cNvCxnSpPr/>
            <p:nvPr/>
          </p:nvCxnSpPr>
          <p:spPr>
            <a:xfrm>
              <a:off x="864" y="912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158" name="Google Shape;158;p4"/>
            <p:cNvCxnSpPr/>
            <p:nvPr/>
          </p:nvCxnSpPr>
          <p:spPr>
            <a:xfrm rot="10800000">
              <a:off x="1344" y="912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grpSp>
          <p:nvGrpSpPr>
            <p:cNvPr id="159" name="Google Shape;159;p4"/>
            <p:cNvGrpSpPr/>
            <p:nvPr/>
          </p:nvGrpSpPr>
          <p:grpSpPr>
            <a:xfrm>
              <a:off x="288" y="1104"/>
              <a:ext cx="1584" cy="720"/>
              <a:chOff x="288" y="1104"/>
              <a:chExt cx="1584" cy="720"/>
            </a:xfrm>
          </p:grpSpPr>
          <p:sp>
            <p:nvSpPr>
              <p:cNvPr id="160" name="Google Shape;160;p4"/>
              <p:cNvSpPr txBox="1"/>
              <p:nvPr/>
            </p:nvSpPr>
            <p:spPr>
              <a:xfrm>
                <a:off x="288" y="1104"/>
                <a:ext cx="1584" cy="240"/>
              </a:xfrm>
              <a:prstGeom prst="rect">
                <a:avLst/>
              </a:prstGeom>
              <a:gradFill>
                <a:gsLst>
                  <a:gs pos="0">
                    <a:srgbClr val="0066FF">
                      <a:alpha val="49803"/>
                    </a:srgbClr>
                  </a:gs>
                  <a:gs pos="50000">
                    <a:srgbClr val="FFFFFF"/>
                  </a:gs>
                  <a:gs pos="100000">
                    <a:srgbClr val="0066FF">
                      <a:alpha val="49803"/>
                    </a:srgbClr>
                  </a:gs>
                </a:gsLst>
                <a:lin ang="5400000" scaled="0"/>
              </a:gradFill>
              <a:ln cap="flat" cmpd="sng" w="9525">
                <a:solidFill>
                  <a:srgbClr val="0066F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0066FF">
                    <a:alpha val="4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User Interface</a:t>
                </a:r>
                <a:endParaRPr/>
              </a:p>
            </p:txBody>
          </p:sp>
          <p:sp>
            <p:nvSpPr>
              <p:cNvPr id="161" name="Google Shape;161;p4"/>
              <p:cNvSpPr txBox="1"/>
              <p:nvPr/>
            </p:nvSpPr>
            <p:spPr>
              <a:xfrm>
                <a:off x="288" y="1344"/>
                <a:ext cx="1584" cy="240"/>
              </a:xfrm>
              <a:prstGeom prst="rect">
                <a:avLst/>
              </a:prstGeom>
              <a:noFill/>
              <a:ln cap="flat" cmpd="sng" w="9525">
                <a:solidFill>
                  <a:srgbClr val="0066F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0066FF">
                    <a:alpha val="4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4"/>
              <p:cNvSpPr txBox="1"/>
              <p:nvPr/>
            </p:nvSpPr>
            <p:spPr>
              <a:xfrm>
                <a:off x="288" y="1584"/>
                <a:ext cx="1584" cy="240"/>
              </a:xfrm>
              <a:prstGeom prst="rect">
                <a:avLst/>
              </a:prstGeom>
              <a:noFill/>
              <a:ln cap="flat" cmpd="sng" w="9525">
                <a:solidFill>
                  <a:srgbClr val="0066F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0066FF">
                    <a:alpha val="4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3" name="Google Shape;163;p4"/>
            <p:cNvCxnSpPr/>
            <p:nvPr/>
          </p:nvCxnSpPr>
          <p:spPr>
            <a:xfrm>
              <a:off x="864" y="1824"/>
              <a:ext cx="0" cy="2016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164" name="Google Shape;164;p4"/>
            <p:cNvCxnSpPr/>
            <p:nvPr/>
          </p:nvCxnSpPr>
          <p:spPr>
            <a:xfrm rot="10800000">
              <a:off x="1344" y="1824"/>
              <a:ext cx="0" cy="2016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165" name="Google Shape;165;p4"/>
            <p:cNvCxnSpPr/>
            <p:nvPr/>
          </p:nvCxnSpPr>
          <p:spPr>
            <a:xfrm>
              <a:off x="1104" y="1824"/>
              <a:ext cx="0" cy="2016"/>
            </a:xfrm>
            <a:prstGeom prst="straightConnector1">
              <a:avLst/>
            </a:prstGeom>
            <a:noFill/>
            <a:ln cap="flat" cmpd="thinThick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66" name="Google Shape;166;p4"/>
            <p:cNvSpPr/>
            <p:nvPr/>
          </p:nvSpPr>
          <p:spPr>
            <a:xfrm>
              <a:off x="192" y="1008"/>
              <a:ext cx="1776" cy="912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" name="Google Shape;167;p4"/>
          <p:cNvGrpSpPr/>
          <p:nvPr/>
        </p:nvGrpSpPr>
        <p:grpSpPr>
          <a:xfrm>
            <a:off x="304800" y="948929"/>
            <a:ext cx="8153400" cy="4186238"/>
            <a:chOff x="192" y="624"/>
            <a:chExt cx="5136" cy="3516"/>
          </a:xfrm>
        </p:grpSpPr>
        <p:sp>
          <p:nvSpPr>
            <p:cNvPr id="168" name="Google Shape;168;p4"/>
            <p:cNvSpPr txBox="1"/>
            <p:nvPr/>
          </p:nvSpPr>
          <p:spPr>
            <a:xfrm>
              <a:off x="288" y="624"/>
              <a:ext cx="1584" cy="288"/>
            </a:xfrm>
            <a:prstGeom prst="rect">
              <a:avLst/>
            </a:prstGeom>
            <a:gradFill>
              <a:gsLst>
                <a:gs pos="0">
                  <a:srgbClr val="FF9900">
                    <a:alpha val="70980"/>
                  </a:srgbClr>
                </a:gs>
                <a:gs pos="50000">
                  <a:srgbClr val="FFFFFF">
                    <a:alpha val="70980"/>
                  </a:srgbClr>
                </a:gs>
                <a:gs pos="100000">
                  <a:srgbClr val="FF9900">
                    <a:alpha val="70980"/>
                  </a:srgbClr>
                </a:gs>
              </a:gsLst>
              <a:lin ang="5400000" scaled="0"/>
            </a:gradFill>
            <a:ln cap="flat" cmpd="sng" w="9525">
              <a:solidFill>
                <a:srgbClr val="FF9900">
                  <a:alpha val="600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35921">
                <a:srgbClr val="FF9900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</p:txBody>
        </p:sp>
        <p:grpSp>
          <p:nvGrpSpPr>
            <p:cNvPr id="169" name="Google Shape;169;p4"/>
            <p:cNvGrpSpPr/>
            <p:nvPr/>
          </p:nvGrpSpPr>
          <p:grpSpPr>
            <a:xfrm>
              <a:off x="288" y="2016"/>
              <a:ext cx="1591" cy="720"/>
              <a:chOff x="288" y="2016"/>
              <a:chExt cx="1591" cy="720"/>
            </a:xfrm>
          </p:grpSpPr>
          <p:sp>
            <p:nvSpPr>
              <p:cNvPr id="170" name="Google Shape;170;p4"/>
              <p:cNvSpPr txBox="1"/>
              <p:nvPr/>
            </p:nvSpPr>
            <p:spPr>
              <a:xfrm>
                <a:off x="288" y="2016"/>
                <a:ext cx="1591" cy="240"/>
              </a:xfrm>
              <a:prstGeom prst="rect">
                <a:avLst/>
              </a:prstGeom>
              <a:gradFill>
                <a:gsLst>
                  <a:gs pos="0">
                    <a:srgbClr val="66FF33"/>
                  </a:gs>
                  <a:gs pos="50000">
                    <a:srgbClr val="FFFFFF">
                      <a:alpha val="49803"/>
                    </a:srgbClr>
                  </a:gs>
                  <a:gs pos="100000">
                    <a:srgbClr val="66FF33"/>
                  </a:gs>
                </a:gsLst>
                <a:lin ang="5400000" scaled="0"/>
              </a:gradFill>
              <a:ln cap="flat" cmpd="sng" w="9525">
                <a:solidFill>
                  <a:srgbClr val="33CC33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99FF33"/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  <p:sp>
            <p:nvSpPr>
              <p:cNvPr id="171" name="Google Shape;171;p4"/>
              <p:cNvSpPr txBox="1"/>
              <p:nvPr/>
            </p:nvSpPr>
            <p:spPr>
              <a:xfrm>
                <a:off x="288" y="2256"/>
                <a:ext cx="1591" cy="240"/>
              </a:xfrm>
              <a:prstGeom prst="rect">
                <a:avLst/>
              </a:prstGeom>
              <a:noFill/>
              <a:ln cap="flat" cmpd="sng" w="9525">
                <a:solidFill>
                  <a:srgbClr val="33CC33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99FF33"/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4"/>
              <p:cNvSpPr txBox="1"/>
              <p:nvPr/>
            </p:nvSpPr>
            <p:spPr>
              <a:xfrm>
                <a:off x="288" y="2496"/>
                <a:ext cx="1591" cy="240"/>
              </a:xfrm>
              <a:prstGeom prst="rect">
                <a:avLst/>
              </a:prstGeom>
              <a:noFill/>
              <a:ln cap="flat" cmpd="sng" w="9525">
                <a:solidFill>
                  <a:srgbClr val="33CC33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99FF33"/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" name="Google Shape;173;p4"/>
            <p:cNvGrpSpPr/>
            <p:nvPr/>
          </p:nvGrpSpPr>
          <p:grpSpPr>
            <a:xfrm>
              <a:off x="288" y="3840"/>
              <a:ext cx="1632" cy="300"/>
              <a:chOff x="288" y="3840"/>
              <a:chExt cx="1632" cy="300"/>
            </a:xfrm>
          </p:grpSpPr>
          <p:cxnSp>
            <p:nvCxnSpPr>
              <p:cNvPr id="174" name="Google Shape;174;p4"/>
              <p:cNvCxnSpPr/>
              <p:nvPr/>
            </p:nvCxnSpPr>
            <p:spPr>
              <a:xfrm>
                <a:off x="288" y="3840"/>
                <a:ext cx="1632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" name="Google Shape;175;p4"/>
              <p:cNvCxnSpPr/>
              <p:nvPr/>
            </p:nvCxnSpPr>
            <p:spPr>
              <a:xfrm>
                <a:off x="288" y="4080"/>
                <a:ext cx="1632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6" name="Google Shape;176;p4"/>
              <p:cNvSpPr txBox="1"/>
              <p:nvPr/>
            </p:nvSpPr>
            <p:spPr>
              <a:xfrm>
                <a:off x="288" y="3840"/>
                <a:ext cx="15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  X</a:t>
                </a:r>
                <a:endParaRPr/>
              </a:p>
            </p:txBody>
          </p:sp>
        </p:grpSp>
        <p:cxnSp>
          <p:nvCxnSpPr>
            <p:cNvPr id="177" name="Google Shape;177;p4"/>
            <p:cNvCxnSpPr/>
            <p:nvPr/>
          </p:nvCxnSpPr>
          <p:spPr>
            <a:xfrm>
              <a:off x="864" y="912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178" name="Google Shape;178;p4"/>
            <p:cNvCxnSpPr/>
            <p:nvPr/>
          </p:nvCxnSpPr>
          <p:spPr>
            <a:xfrm rot="10800000">
              <a:off x="1344" y="912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grpSp>
          <p:nvGrpSpPr>
            <p:cNvPr id="179" name="Google Shape;179;p4"/>
            <p:cNvGrpSpPr/>
            <p:nvPr/>
          </p:nvGrpSpPr>
          <p:grpSpPr>
            <a:xfrm>
              <a:off x="288" y="1104"/>
              <a:ext cx="1584" cy="720"/>
              <a:chOff x="288" y="1104"/>
              <a:chExt cx="1584" cy="720"/>
            </a:xfrm>
          </p:grpSpPr>
          <p:sp>
            <p:nvSpPr>
              <p:cNvPr id="180" name="Google Shape;180;p4"/>
              <p:cNvSpPr txBox="1"/>
              <p:nvPr/>
            </p:nvSpPr>
            <p:spPr>
              <a:xfrm>
                <a:off x="288" y="1104"/>
                <a:ext cx="1584" cy="240"/>
              </a:xfrm>
              <a:prstGeom prst="rect">
                <a:avLst/>
              </a:prstGeom>
              <a:gradFill>
                <a:gsLst>
                  <a:gs pos="0">
                    <a:srgbClr val="0066FF">
                      <a:alpha val="49803"/>
                    </a:srgbClr>
                  </a:gs>
                  <a:gs pos="50000">
                    <a:srgbClr val="FFFFFF">
                      <a:alpha val="49803"/>
                    </a:srgbClr>
                  </a:gs>
                  <a:gs pos="100000">
                    <a:srgbClr val="0066FF">
                      <a:alpha val="49803"/>
                    </a:srgbClr>
                  </a:gs>
                </a:gsLst>
                <a:lin ang="5400000" scaled="0"/>
              </a:gradFill>
              <a:ln cap="flat" cmpd="sng" w="9525">
                <a:solidFill>
                  <a:srgbClr val="0066F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0066FF">
                    <a:alpha val="4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User Interface</a:t>
                </a:r>
                <a:endParaRPr/>
              </a:p>
            </p:txBody>
          </p:sp>
          <p:sp>
            <p:nvSpPr>
              <p:cNvPr id="181" name="Google Shape;181;p4"/>
              <p:cNvSpPr txBox="1"/>
              <p:nvPr/>
            </p:nvSpPr>
            <p:spPr>
              <a:xfrm>
                <a:off x="288" y="1344"/>
                <a:ext cx="1584" cy="240"/>
              </a:xfrm>
              <a:prstGeom prst="rect">
                <a:avLst/>
              </a:prstGeom>
              <a:noFill/>
              <a:ln cap="flat" cmpd="sng" w="9525">
                <a:solidFill>
                  <a:srgbClr val="0066F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0066FF">
                    <a:alpha val="4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4"/>
              <p:cNvSpPr txBox="1"/>
              <p:nvPr/>
            </p:nvSpPr>
            <p:spPr>
              <a:xfrm>
                <a:off x="288" y="1584"/>
                <a:ext cx="1584" cy="240"/>
              </a:xfrm>
              <a:prstGeom prst="rect">
                <a:avLst/>
              </a:prstGeom>
              <a:noFill/>
              <a:ln cap="flat" cmpd="sng" w="9525">
                <a:solidFill>
                  <a:srgbClr val="0066F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0066FF">
                    <a:alpha val="4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83" name="Google Shape;183;p4"/>
            <p:cNvCxnSpPr/>
            <p:nvPr/>
          </p:nvCxnSpPr>
          <p:spPr>
            <a:xfrm>
              <a:off x="864" y="1824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184" name="Google Shape;184;p4"/>
            <p:cNvCxnSpPr/>
            <p:nvPr/>
          </p:nvCxnSpPr>
          <p:spPr>
            <a:xfrm rot="10800000">
              <a:off x="1344" y="1824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185" name="Google Shape;185;p4"/>
            <p:cNvCxnSpPr/>
            <p:nvPr/>
          </p:nvCxnSpPr>
          <p:spPr>
            <a:xfrm>
              <a:off x="864" y="2736"/>
              <a:ext cx="0" cy="1104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186" name="Google Shape;186;p4"/>
            <p:cNvCxnSpPr/>
            <p:nvPr/>
          </p:nvCxnSpPr>
          <p:spPr>
            <a:xfrm rot="10800000">
              <a:off x="1344" y="2736"/>
              <a:ext cx="0" cy="1104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187" name="Google Shape;187;p4"/>
            <p:cNvCxnSpPr/>
            <p:nvPr/>
          </p:nvCxnSpPr>
          <p:spPr>
            <a:xfrm>
              <a:off x="1104" y="1824"/>
              <a:ext cx="0" cy="192"/>
            </a:xfrm>
            <a:prstGeom prst="straightConnector1">
              <a:avLst/>
            </a:prstGeom>
            <a:noFill/>
            <a:ln cap="flat" cmpd="thinThick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88" name="Google Shape;188;p4"/>
            <p:cNvCxnSpPr/>
            <p:nvPr/>
          </p:nvCxnSpPr>
          <p:spPr>
            <a:xfrm>
              <a:off x="1104" y="2736"/>
              <a:ext cx="0" cy="1104"/>
            </a:xfrm>
            <a:prstGeom prst="straightConnector1">
              <a:avLst/>
            </a:prstGeom>
            <a:noFill/>
            <a:ln cap="flat" cmpd="thinThick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89" name="Google Shape;189;p4"/>
            <p:cNvSpPr/>
            <p:nvPr/>
          </p:nvSpPr>
          <p:spPr>
            <a:xfrm>
              <a:off x="192" y="1008"/>
              <a:ext cx="1776" cy="1824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2680" y="744"/>
              <a:ext cx="2400" cy="600"/>
            </a:xfrm>
            <a:prstGeom prst="cloudCallout">
              <a:avLst>
                <a:gd fmla="val -82546" name="adj1"/>
                <a:gd fmla="val 52380" name="adj2"/>
              </a:avLst>
            </a:prstGeom>
            <a:gradFill>
              <a:gsLst>
                <a:gs pos="0">
                  <a:srgbClr val="0066FF">
                    <a:alpha val="49803"/>
                  </a:srgbClr>
                </a:gs>
                <a:gs pos="50000">
                  <a:srgbClr val="FFFFFF">
                    <a:alpha val="49803"/>
                  </a:srgbClr>
                </a:gs>
                <a:gs pos="100000">
                  <a:srgbClr val="0066FF">
                    <a:alpha val="49803"/>
                  </a:srgbClr>
                </a:gs>
              </a:gsLst>
              <a:lin ang="5400000" scaled="0"/>
            </a:gradFill>
            <a:ln cap="flat" cmpd="sng" w="9525">
              <a:solidFill>
                <a:srgbClr val="006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17961">
                <a:srgbClr val="0066FF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I/O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Event Handler</a:t>
              </a: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2784" y="1680"/>
              <a:ext cx="2544" cy="672"/>
            </a:xfrm>
            <a:prstGeom prst="cloudCallout">
              <a:avLst>
                <a:gd fmla="val -82546" name="adj1"/>
                <a:gd fmla="val 52380" name="adj2"/>
              </a:avLst>
            </a:prstGeom>
            <a:gradFill>
              <a:gsLst>
                <a:gs pos="0">
                  <a:srgbClr val="66FF33"/>
                </a:gs>
                <a:gs pos="50000">
                  <a:srgbClr val="FFFFFF">
                    <a:alpha val="49803"/>
                  </a:srgbClr>
                </a:gs>
                <a:gs pos="100000">
                  <a:srgbClr val="66FF33"/>
                </a:gs>
              </a:gsLst>
              <a:lin ang="5400000" scaled="0"/>
            </a:gradFill>
            <a:ln cap="flat" cmpd="sng" w="9525">
              <a:solidFill>
                <a:srgbClr val="33CC3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17961">
                <a:srgbClr val="99FF33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" name="Google Shape;192;p4"/>
          <p:cNvSpPr/>
          <p:nvPr/>
        </p:nvSpPr>
        <p:spPr>
          <a:xfrm>
            <a:off x="5179613" y="2308660"/>
            <a:ext cx="22860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Logic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Processor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3-layer</a:t>
            </a:r>
            <a:endParaRPr/>
          </a:p>
        </p:txBody>
      </p:sp>
      <p:sp>
        <p:nvSpPr>
          <p:cNvPr id="198" name="Google Shape;198;p5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" name="Google Shape;199;p5"/>
          <p:cNvGrpSpPr/>
          <p:nvPr/>
        </p:nvGrpSpPr>
        <p:grpSpPr>
          <a:xfrm>
            <a:off x="304800" y="959644"/>
            <a:ext cx="8153400" cy="4186238"/>
            <a:chOff x="192" y="624"/>
            <a:chExt cx="5136" cy="3516"/>
          </a:xfrm>
        </p:grpSpPr>
        <p:sp>
          <p:nvSpPr>
            <p:cNvPr id="200" name="Google Shape;200;p5"/>
            <p:cNvSpPr txBox="1"/>
            <p:nvPr/>
          </p:nvSpPr>
          <p:spPr>
            <a:xfrm>
              <a:off x="288" y="624"/>
              <a:ext cx="1584" cy="288"/>
            </a:xfrm>
            <a:prstGeom prst="rect">
              <a:avLst/>
            </a:prstGeom>
            <a:gradFill>
              <a:gsLst>
                <a:gs pos="0">
                  <a:srgbClr val="FF9900">
                    <a:alpha val="70980"/>
                  </a:srgbClr>
                </a:gs>
                <a:gs pos="50000">
                  <a:srgbClr val="FFFFFF">
                    <a:alpha val="70980"/>
                  </a:srgbClr>
                </a:gs>
                <a:gs pos="100000">
                  <a:srgbClr val="FF9900">
                    <a:alpha val="70980"/>
                  </a:srgbClr>
                </a:gs>
              </a:gsLst>
              <a:lin ang="5400000" scaled="0"/>
            </a:gradFill>
            <a:ln cap="flat" cmpd="sng" w="9525">
              <a:solidFill>
                <a:srgbClr val="FF9900">
                  <a:alpha val="600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35921">
                <a:srgbClr val="FF9900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</p:txBody>
        </p:sp>
        <p:grpSp>
          <p:nvGrpSpPr>
            <p:cNvPr id="201" name="Google Shape;201;p5"/>
            <p:cNvGrpSpPr/>
            <p:nvPr/>
          </p:nvGrpSpPr>
          <p:grpSpPr>
            <a:xfrm>
              <a:off x="288" y="2016"/>
              <a:ext cx="1591" cy="720"/>
              <a:chOff x="288" y="2016"/>
              <a:chExt cx="1591" cy="720"/>
            </a:xfrm>
          </p:grpSpPr>
          <p:sp>
            <p:nvSpPr>
              <p:cNvPr id="202" name="Google Shape;202;p5"/>
              <p:cNvSpPr txBox="1"/>
              <p:nvPr/>
            </p:nvSpPr>
            <p:spPr>
              <a:xfrm>
                <a:off x="288" y="2016"/>
                <a:ext cx="1591" cy="240"/>
              </a:xfrm>
              <a:prstGeom prst="rect">
                <a:avLst/>
              </a:prstGeom>
              <a:gradFill>
                <a:gsLst>
                  <a:gs pos="0">
                    <a:srgbClr val="66FF33"/>
                  </a:gs>
                  <a:gs pos="50000">
                    <a:srgbClr val="FFFFFF">
                      <a:alpha val="49803"/>
                    </a:srgbClr>
                  </a:gs>
                  <a:gs pos="100000">
                    <a:srgbClr val="66FF33"/>
                  </a:gs>
                </a:gsLst>
                <a:lin ang="5400000" scaled="0"/>
              </a:gradFill>
              <a:ln cap="flat" cmpd="sng" w="9525">
                <a:solidFill>
                  <a:srgbClr val="33CC33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99FF33"/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  <p:sp>
            <p:nvSpPr>
              <p:cNvPr id="203" name="Google Shape;203;p5"/>
              <p:cNvSpPr txBox="1"/>
              <p:nvPr/>
            </p:nvSpPr>
            <p:spPr>
              <a:xfrm>
                <a:off x="288" y="2256"/>
                <a:ext cx="1591" cy="240"/>
              </a:xfrm>
              <a:prstGeom prst="rect">
                <a:avLst/>
              </a:prstGeom>
              <a:noFill/>
              <a:ln cap="flat" cmpd="sng" w="9525">
                <a:solidFill>
                  <a:srgbClr val="33CC33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99FF33"/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5"/>
              <p:cNvSpPr txBox="1"/>
              <p:nvPr/>
            </p:nvSpPr>
            <p:spPr>
              <a:xfrm>
                <a:off x="288" y="2496"/>
                <a:ext cx="1591" cy="240"/>
              </a:xfrm>
              <a:prstGeom prst="rect">
                <a:avLst/>
              </a:prstGeom>
              <a:noFill/>
              <a:ln cap="flat" cmpd="sng" w="9525">
                <a:solidFill>
                  <a:srgbClr val="33CC33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99FF33"/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205;p5"/>
            <p:cNvGrpSpPr/>
            <p:nvPr/>
          </p:nvGrpSpPr>
          <p:grpSpPr>
            <a:xfrm>
              <a:off x="288" y="3840"/>
              <a:ext cx="1632" cy="300"/>
              <a:chOff x="288" y="3840"/>
              <a:chExt cx="1632" cy="300"/>
            </a:xfrm>
          </p:grpSpPr>
          <p:cxnSp>
            <p:nvCxnSpPr>
              <p:cNvPr id="206" name="Google Shape;206;p5"/>
              <p:cNvCxnSpPr/>
              <p:nvPr/>
            </p:nvCxnSpPr>
            <p:spPr>
              <a:xfrm>
                <a:off x="288" y="3840"/>
                <a:ext cx="1632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" name="Google Shape;207;p5"/>
              <p:cNvCxnSpPr/>
              <p:nvPr/>
            </p:nvCxnSpPr>
            <p:spPr>
              <a:xfrm>
                <a:off x="288" y="4080"/>
                <a:ext cx="1632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8" name="Google Shape;208;p5"/>
              <p:cNvSpPr txBox="1"/>
              <p:nvPr/>
            </p:nvSpPr>
            <p:spPr>
              <a:xfrm>
                <a:off x="288" y="3840"/>
                <a:ext cx="15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  X</a:t>
                </a:r>
                <a:endParaRPr/>
              </a:p>
            </p:txBody>
          </p:sp>
        </p:grpSp>
        <p:cxnSp>
          <p:nvCxnSpPr>
            <p:cNvPr id="209" name="Google Shape;209;p5"/>
            <p:cNvCxnSpPr/>
            <p:nvPr/>
          </p:nvCxnSpPr>
          <p:spPr>
            <a:xfrm>
              <a:off x="864" y="912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10" name="Google Shape;210;p5"/>
            <p:cNvCxnSpPr/>
            <p:nvPr/>
          </p:nvCxnSpPr>
          <p:spPr>
            <a:xfrm rot="10800000">
              <a:off x="1344" y="912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grpSp>
          <p:nvGrpSpPr>
            <p:cNvPr id="211" name="Google Shape;211;p5"/>
            <p:cNvGrpSpPr/>
            <p:nvPr/>
          </p:nvGrpSpPr>
          <p:grpSpPr>
            <a:xfrm>
              <a:off x="288" y="1104"/>
              <a:ext cx="1584" cy="720"/>
              <a:chOff x="288" y="1104"/>
              <a:chExt cx="1584" cy="720"/>
            </a:xfrm>
          </p:grpSpPr>
          <p:sp>
            <p:nvSpPr>
              <p:cNvPr id="212" name="Google Shape;212;p5"/>
              <p:cNvSpPr txBox="1"/>
              <p:nvPr/>
            </p:nvSpPr>
            <p:spPr>
              <a:xfrm>
                <a:off x="288" y="1104"/>
                <a:ext cx="1584" cy="240"/>
              </a:xfrm>
              <a:prstGeom prst="rect">
                <a:avLst/>
              </a:prstGeom>
              <a:gradFill>
                <a:gsLst>
                  <a:gs pos="0">
                    <a:srgbClr val="0066FF">
                      <a:alpha val="49803"/>
                    </a:srgbClr>
                  </a:gs>
                  <a:gs pos="50000">
                    <a:srgbClr val="FFFFFF">
                      <a:alpha val="49803"/>
                    </a:srgbClr>
                  </a:gs>
                  <a:gs pos="100000">
                    <a:srgbClr val="0066FF">
                      <a:alpha val="49803"/>
                    </a:srgbClr>
                  </a:gs>
                </a:gsLst>
                <a:lin ang="5400000" scaled="0"/>
              </a:gradFill>
              <a:ln cap="flat" cmpd="sng" w="9525">
                <a:solidFill>
                  <a:srgbClr val="0066F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0066FF">
                    <a:alpha val="4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User Interface</a:t>
                </a:r>
                <a:endParaRPr/>
              </a:p>
            </p:txBody>
          </p:sp>
          <p:sp>
            <p:nvSpPr>
              <p:cNvPr id="213" name="Google Shape;213;p5"/>
              <p:cNvSpPr txBox="1"/>
              <p:nvPr/>
            </p:nvSpPr>
            <p:spPr>
              <a:xfrm>
                <a:off x="288" y="1344"/>
                <a:ext cx="1584" cy="240"/>
              </a:xfrm>
              <a:prstGeom prst="rect">
                <a:avLst/>
              </a:prstGeom>
              <a:noFill/>
              <a:ln cap="flat" cmpd="sng" w="9525">
                <a:solidFill>
                  <a:srgbClr val="0066F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0066FF">
                    <a:alpha val="4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5"/>
              <p:cNvSpPr txBox="1"/>
              <p:nvPr/>
            </p:nvSpPr>
            <p:spPr>
              <a:xfrm>
                <a:off x="288" y="1584"/>
                <a:ext cx="1584" cy="240"/>
              </a:xfrm>
              <a:prstGeom prst="rect">
                <a:avLst/>
              </a:prstGeom>
              <a:noFill/>
              <a:ln cap="flat" cmpd="sng" w="9525">
                <a:solidFill>
                  <a:srgbClr val="0066F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0066FF">
                    <a:alpha val="4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>
              <a:off x="288" y="2928"/>
              <a:ext cx="1584" cy="720"/>
              <a:chOff x="288" y="2928"/>
              <a:chExt cx="1584" cy="720"/>
            </a:xfrm>
          </p:grpSpPr>
          <p:sp>
            <p:nvSpPr>
              <p:cNvPr id="216" name="Google Shape;216;p5"/>
              <p:cNvSpPr txBox="1"/>
              <p:nvPr/>
            </p:nvSpPr>
            <p:spPr>
              <a:xfrm>
                <a:off x="288" y="2928"/>
                <a:ext cx="1584" cy="240"/>
              </a:xfrm>
              <a:prstGeom prst="rect">
                <a:avLst/>
              </a:prstGeom>
              <a:gradFill>
                <a:gsLst>
                  <a:gs pos="0">
                    <a:srgbClr val="FF66CC"/>
                  </a:gs>
                  <a:gs pos="50000">
                    <a:schemeClr val="lt1"/>
                  </a:gs>
                  <a:gs pos="100000">
                    <a:srgbClr val="FF66CC"/>
                  </a:gs>
                </a:gsLst>
                <a:lin ang="5400000" scaled="0"/>
              </a:gradFill>
              <a:ln cap="flat" cmpd="sng" w="9525">
                <a:solidFill>
                  <a:srgbClr val="FF66CC">
                    <a:alpha val="6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DL_X</a:t>
                </a:r>
                <a:endParaRPr/>
              </a:p>
            </p:txBody>
          </p:sp>
          <p:sp>
            <p:nvSpPr>
              <p:cNvPr id="217" name="Google Shape;217;p5"/>
              <p:cNvSpPr txBox="1"/>
              <p:nvPr/>
            </p:nvSpPr>
            <p:spPr>
              <a:xfrm>
                <a:off x="288" y="3168"/>
                <a:ext cx="1584" cy="240"/>
              </a:xfrm>
              <a:prstGeom prst="rect">
                <a:avLst/>
              </a:prstGeom>
              <a:noFill/>
              <a:ln cap="flat" cmpd="sng" w="9525">
                <a:solidFill>
                  <a:srgbClr val="FF66CC">
                    <a:alpha val="6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solidFill>
                    <a:srgbClr val="FF00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5"/>
              <p:cNvSpPr txBox="1"/>
              <p:nvPr/>
            </p:nvSpPr>
            <p:spPr>
              <a:xfrm>
                <a:off x="288" y="3408"/>
                <a:ext cx="1584" cy="240"/>
              </a:xfrm>
              <a:prstGeom prst="rect">
                <a:avLst/>
              </a:prstGeom>
              <a:noFill/>
              <a:ln cap="flat" cmpd="sng" w="9525">
                <a:solidFill>
                  <a:srgbClr val="FF66CC">
                    <a:alpha val="6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solidFill>
                    <a:srgbClr val="FF006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19" name="Google Shape;219;p5"/>
            <p:cNvCxnSpPr/>
            <p:nvPr/>
          </p:nvCxnSpPr>
          <p:spPr>
            <a:xfrm>
              <a:off x="864" y="1824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20" name="Google Shape;220;p5"/>
            <p:cNvCxnSpPr/>
            <p:nvPr/>
          </p:nvCxnSpPr>
          <p:spPr>
            <a:xfrm rot="10800000">
              <a:off x="1344" y="1824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21" name="Google Shape;221;p5"/>
            <p:cNvCxnSpPr/>
            <p:nvPr/>
          </p:nvCxnSpPr>
          <p:spPr>
            <a:xfrm>
              <a:off x="864" y="2736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22" name="Google Shape;222;p5"/>
            <p:cNvCxnSpPr/>
            <p:nvPr/>
          </p:nvCxnSpPr>
          <p:spPr>
            <a:xfrm rot="10800000">
              <a:off x="1344" y="2736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23" name="Google Shape;223;p5"/>
            <p:cNvCxnSpPr/>
            <p:nvPr/>
          </p:nvCxnSpPr>
          <p:spPr>
            <a:xfrm>
              <a:off x="864" y="3648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24" name="Google Shape;224;p5"/>
            <p:cNvCxnSpPr/>
            <p:nvPr/>
          </p:nvCxnSpPr>
          <p:spPr>
            <a:xfrm rot="10800000">
              <a:off x="1344" y="3648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25" name="Google Shape;225;p5"/>
            <p:cNvCxnSpPr/>
            <p:nvPr/>
          </p:nvCxnSpPr>
          <p:spPr>
            <a:xfrm>
              <a:off x="1104" y="1824"/>
              <a:ext cx="0" cy="192"/>
            </a:xfrm>
            <a:prstGeom prst="straightConnector1">
              <a:avLst/>
            </a:prstGeom>
            <a:noFill/>
            <a:ln cap="flat" cmpd="thinThick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26" name="Google Shape;226;p5"/>
            <p:cNvCxnSpPr/>
            <p:nvPr/>
          </p:nvCxnSpPr>
          <p:spPr>
            <a:xfrm>
              <a:off x="1104" y="2736"/>
              <a:ext cx="0" cy="192"/>
            </a:xfrm>
            <a:prstGeom prst="straightConnector1">
              <a:avLst/>
            </a:prstGeom>
            <a:noFill/>
            <a:ln cap="flat" cmpd="thinThick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27" name="Google Shape;227;p5"/>
            <p:cNvCxnSpPr/>
            <p:nvPr/>
          </p:nvCxnSpPr>
          <p:spPr>
            <a:xfrm>
              <a:off x="1104" y="3648"/>
              <a:ext cx="0" cy="192"/>
            </a:xfrm>
            <a:prstGeom prst="straightConnector1">
              <a:avLst/>
            </a:prstGeom>
            <a:noFill/>
            <a:ln cap="flat" cmpd="thinThick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28" name="Google Shape;228;p5"/>
            <p:cNvSpPr/>
            <p:nvPr/>
          </p:nvSpPr>
          <p:spPr>
            <a:xfrm>
              <a:off x="192" y="1008"/>
              <a:ext cx="1776" cy="2736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2736" y="768"/>
              <a:ext cx="2544" cy="672"/>
            </a:xfrm>
            <a:prstGeom prst="cloudCallout">
              <a:avLst>
                <a:gd fmla="val -82546" name="adj1"/>
                <a:gd fmla="val 52380" name="adj2"/>
              </a:avLst>
            </a:prstGeom>
            <a:gradFill>
              <a:gsLst>
                <a:gs pos="0">
                  <a:srgbClr val="0066FF">
                    <a:alpha val="49803"/>
                  </a:srgbClr>
                </a:gs>
                <a:gs pos="50000">
                  <a:srgbClr val="FFFFFF">
                    <a:alpha val="49803"/>
                  </a:srgbClr>
                </a:gs>
                <a:gs pos="100000">
                  <a:srgbClr val="0066FF">
                    <a:alpha val="49803"/>
                  </a:srgbClr>
                </a:gs>
              </a:gsLst>
              <a:lin ang="5400000" scaled="0"/>
            </a:gradFill>
            <a:ln cap="flat" cmpd="sng" w="9525">
              <a:solidFill>
                <a:srgbClr val="006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17961">
                <a:srgbClr val="0066FF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I/O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Event Handler</a:t>
              </a: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2784" y="1680"/>
              <a:ext cx="2544" cy="672"/>
            </a:xfrm>
            <a:prstGeom prst="cloudCallout">
              <a:avLst>
                <a:gd fmla="val -82546" name="adj1"/>
                <a:gd fmla="val 52380" name="adj2"/>
              </a:avLst>
            </a:prstGeom>
            <a:gradFill>
              <a:gsLst>
                <a:gs pos="0">
                  <a:srgbClr val="66FF33"/>
                </a:gs>
                <a:gs pos="50000">
                  <a:srgbClr val="FFFFFF">
                    <a:alpha val="49803"/>
                  </a:srgbClr>
                </a:gs>
                <a:gs pos="100000">
                  <a:srgbClr val="66FF33"/>
                </a:gs>
              </a:gsLst>
              <a:lin ang="5400000" scaled="0"/>
            </a:gradFill>
            <a:ln cap="flat" cmpd="sng" w="9525">
              <a:solidFill>
                <a:srgbClr val="33CC3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17961">
                <a:srgbClr val="99FF33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Main Logic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2784" y="2592"/>
              <a:ext cx="2544" cy="672"/>
            </a:xfrm>
            <a:prstGeom prst="cloudCallout">
              <a:avLst>
                <a:gd fmla="val -82546" name="adj1"/>
                <a:gd fmla="val 52380" name="adj2"/>
              </a:avLst>
            </a:prstGeom>
            <a:gradFill>
              <a:gsLst>
                <a:gs pos="0">
                  <a:srgbClr val="FF66CC"/>
                </a:gs>
                <a:gs pos="50000">
                  <a:schemeClr val="lt1"/>
                </a:gs>
                <a:gs pos="100000">
                  <a:srgbClr val="FF66CC"/>
                </a:gs>
              </a:gsLst>
              <a:lin ang="5400000" scaled="0"/>
            </a:gradFill>
            <a:ln cap="flat" cmpd="sng" w="9525">
              <a:solidFill>
                <a:srgbClr val="FF66CC">
                  <a:alpha val="6000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/>
                <a:t>Data Processor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/>
            </a:p>
          </p:txBody>
        </p:sp>
      </p:grpSp>
      <p:sp>
        <p:nvSpPr>
          <p:cNvPr id="232" name="Google Shape;232;p5"/>
          <p:cNvSpPr/>
          <p:nvPr/>
        </p:nvSpPr>
        <p:spPr>
          <a:xfrm>
            <a:off x="5240338" y="2570560"/>
            <a:ext cx="1951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" name="Google Shape;233;p5"/>
          <p:cNvGrpSpPr/>
          <p:nvPr/>
        </p:nvGrpSpPr>
        <p:grpSpPr>
          <a:xfrm>
            <a:off x="304800" y="959644"/>
            <a:ext cx="8077200" cy="4186238"/>
            <a:chOff x="192" y="624"/>
            <a:chExt cx="5088" cy="3516"/>
          </a:xfrm>
        </p:grpSpPr>
        <p:sp>
          <p:nvSpPr>
            <p:cNvPr id="234" name="Google Shape;234;p5"/>
            <p:cNvSpPr txBox="1"/>
            <p:nvPr/>
          </p:nvSpPr>
          <p:spPr>
            <a:xfrm>
              <a:off x="288" y="624"/>
              <a:ext cx="1584" cy="288"/>
            </a:xfrm>
            <a:prstGeom prst="rect">
              <a:avLst/>
            </a:prstGeom>
            <a:gradFill>
              <a:gsLst>
                <a:gs pos="0">
                  <a:srgbClr val="FF9900">
                    <a:alpha val="70980"/>
                  </a:srgbClr>
                </a:gs>
                <a:gs pos="50000">
                  <a:srgbClr val="FFFFFF">
                    <a:alpha val="70980"/>
                  </a:srgbClr>
                </a:gs>
                <a:gs pos="100000">
                  <a:srgbClr val="FF9900">
                    <a:alpha val="70980"/>
                  </a:srgbClr>
                </a:gs>
              </a:gsLst>
              <a:lin ang="5400000" scaled="0"/>
            </a:gradFill>
            <a:ln cap="flat" cmpd="sng" w="9525">
              <a:solidFill>
                <a:srgbClr val="FF9900">
                  <a:alpha val="600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35921">
                <a:srgbClr val="FF9900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</p:txBody>
        </p:sp>
        <p:grpSp>
          <p:nvGrpSpPr>
            <p:cNvPr id="235" name="Google Shape;235;p5"/>
            <p:cNvGrpSpPr/>
            <p:nvPr/>
          </p:nvGrpSpPr>
          <p:grpSpPr>
            <a:xfrm>
              <a:off x="288" y="2016"/>
              <a:ext cx="1591" cy="720"/>
              <a:chOff x="288" y="2016"/>
              <a:chExt cx="1591" cy="720"/>
            </a:xfrm>
          </p:grpSpPr>
          <p:sp>
            <p:nvSpPr>
              <p:cNvPr id="236" name="Google Shape;236;p5"/>
              <p:cNvSpPr txBox="1"/>
              <p:nvPr/>
            </p:nvSpPr>
            <p:spPr>
              <a:xfrm>
                <a:off x="288" y="2016"/>
                <a:ext cx="1591" cy="240"/>
              </a:xfrm>
              <a:prstGeom prst="rect">
                <a:avLst/>
              </a:prstGeom>
              <a:gradFill>
                <a:gsLst>
                  <a:gs pos="0">
                    <a:srgbClr val="66FF33"/>
                  </a:gs>
                  <a:gs pos="50000">
                    <a:srgbClr val="FFFFFF">
                      <a:alpha val="49803"/>
                    </a:srgbClr>
                  </a:gs>
                  <a:gs pos="100000">
                    <a:srgbClr val="66FF33"/>
                  </a:gs>
                </a:gsLst>
                <a:lin ang="5400000" scaled="0"/>
              </a:gradFill>
              <a:ln cap="flat" cmpd="sng" w="9525">
                <a:solidFill>
                  <a:srgbClr val="33CC33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99FF33"/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  <p:sp>
            <p:nvSpPr>
              <p:cNvPr id="237" name="Google Shape;237;p5"/>
              <p:cNvSpPr txBox="1"/>
              <p:nvPr/>
            </p:nvSpPr>
            <p:spPr>
              <a:xfrm>
                <a:off x="288" y="2256"/>
                <a:ext cx="1591" cy="240"/>
              </a:xfrm>
              <a:prstGeom prst="rect">
                <a:avLst/>
              </a:prstGeom>
              <a:noFill/>
              <a:ln cap="flat" cmpd="sng" w="9525">
                <a:solidFill>
                  <a:srgbClr val="33CC33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99FF33"/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5"/>
              <p:cNvSpPr txBox="1"/>
              <p:nvPr/>
            </p:nvSpPr>
            <p:spPr>
              <a:xfrm>
                <a:off x="288" y="2496"/>
                <a:ext cx="1591" cy="240"/>
              </a:xfrm>
              <a:prstGeom prst="rect">
                <a:avLst/>
              </a:prstGeom>
              <a:noFill/>
              <a:ln cap="flat" cmpd="sng" w="9525">
                <a:solidFill>
                  <a:srgbClr val="33CC33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99FF33"/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0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9" name="Google Shape;239;p5"/>
            <p:cNvGrpSpPr/>
            <p:nvPr/>
          </p:nvGrpSpPr>
          <p:grpSpPr>
            <a:xfrm>
              <a:off x="288" y="3840"/>
              <a:ext cx="1632" cy="300"/>
              <a:chOff x="288" y="3840"/>
              <a:chExt cx="1632" cy="300"/>
            </a:xfrm>
          </p:grpSpPr>
          <p:cxnSp>
            <p:nvCxnSpPr>
              <p:cNvPr id="240" name="Google Shape;240;p5"/>
              <p:cNvCxnSpPr/>
              <p:nvPr/>
            </p:nvCxnSpPr>
            <p:spPr>
              <a:xfrm>
                <a:off x="288" y="3840"/>
                <a:ext cx="1632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1" name="Google Shape;241;p5"/>
              <p:cNvCxnSpPr/>
              <p:nvPr/>
            </p:nvCxnSpPr>
            <p:spPr>
              <a:xfrm>
                <a:off x="288" y="4080"/>
                <a:ext cx="1632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2" name="Google Shape;242;p5"/>
              <p:cNvSpPr txBox="1"/>
              <p:nvPr/>
            </p:nvSpPr>
            <p:spPr>
              <a:xfrm>
                <a:off x="288" y="3840"/>
                <a:ext cx="15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  X</a:t>
                </a:r>
                <a:endParaRPr/>
              </a:p>
            </p:txBody>
          </p:sp>
        </p:grpSp>
        <p:cxnSp>
          <p:nvCxnSpPr>
            <p:cNvPr id="243" name="Google Shape;243;p5"/>
            <p:cNvCxnSpPr/>
            <p:nvPr/>
          </p:nvCxnSpPr>
          <p:spPr>
            <a:xfrm>
              <a:off x="864" y="912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44" name="Google Shape;244;p5"/>
            <p:cNvCxnSpPr/>
            <p:nvPr/>
          </p:nvCxnSpPr>
          <p:spPr>
            <a:xfrm rot="10800000">
              <a:off x="1344" y="912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grpSp>
          <p:nvGrpSpPr>
            <p:cNvPr id="245" name="Google Shape;245;p5"/>
            <p:cNvGrpSpPr/>
            <p:nvPr/>
          </p:nvGrpSpPr>
          <p:grpSpPr>
            <a:xfrm>
              <a:off x="288" y="1104"/>
              <a:ext cx="1584" cy="720"/>
              <a:chOff x="288" y="1104"/>
              <a:chExt cx="1584" cy="720"/>
            </a:xfrm>
          </p:grpSpPr>
          <p:sp>
            <p:nvSpPr>
              <p:cNvPr id="246" name="Google Shape;246;p5"/>
              <p:cNvSpPr txBox="1"/>
              <p:nvPr/>
            </p:nvSpPr>
            <p:spPr>
              <a:xfrm>
                <a:off x="288" y="1104"/>
                <a:ext cx="1584" cy="240"/>
              </a:xfrm>
              <a:prstGeom prst="rect">
                <a:avLst/>
              </a:prstGeom>
              <a:gradFill>
                <a:gsLst>
                  <a:gs pos="0">
                    <a:srgbClr val="0066FF">
                      <a:alpha val="49803"/>
                    </a:srgbClr>
                  </a:gs>
                  <a:gs pos="50000">
                    <a:srgbClr val="FFFFFF">
                      <a:alpha val="49803"/>
                    </a:srgbClr>
                  </a:gs>
                  <a:gs pos="100000">
                    <a:srgbClr val="0066FF">
                      <a:alpha val="49803"/>
                    </a:srgbClr>
                  </a:gs>
                </a:gsLst>
                <a:lin ang="5400000" scaled="0"/>
              </a:gradFill>
              <a:ln cap="flat" cmpd="sng" w="9525">
                <a:solidFill>
                  <a:srgbClr val="0066F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0066FF">
                    <a:alpha val="4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User Interface</a:t>
                </a:r>
                <a:endParaRPr/>
              </a:p>
            </p:txBody>
          </p:sp>
          <p:sp>
            <p:nvSpPr>
              <p:cNvPr id="247" name="Google Shape;247;p5"/>
              <p:cNvSpPr txBox="1"/>
              <p:nvPr/>
            </p:nvSpPr>
            <p:spPr>
              <a:xfrm>
                <a:off x="288" y="1344"/>
                <a:ext cx="1584" cy="240"/>
              </a:xfrm>
              <a:prstGeom prst="rect">
                <a:avLst/>
              </a:prstGeom>
              <a:noFill/>
              <a:ln cap="flat" cmpd="sng" w="9525">
                <a:solidFill>
                  <a:srgbClr val="0066F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0066FF">
                    <a:alpha val="4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5"/>
              <p:cNvSpPr txBox="1"/>
              <p:nvPr/>
            </p:nvSpPr>
            <p:spPr>
              <a:xfrm>
                <a:off x="288" y="1584"/>
                <a:ext cx="1584" cy="240"/>
              </a:xfrm>
              <a:prstGeom prst="rect">
                <a:avLst/>
              </a:prstGeom>
              <a:noFill/>
              <a:ln cap="flat" cmpd="sng" w="9525">
                <a:solidFill>
                  <a:srgbClr val="0066F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rotWithShape="0" algn="ctr" dir="2700000" dist="17961">
                  <a:srgbClr val="0066FF">
                    <a:alpha val="4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i="1" sz="20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49" name="Google Shape;249;p5"/>
            <p:cNvCxnSpPr/>
            <p:nvPr/>
          </p:nvCxnSpPr>
          <p:spPr>
            <a:xfrm>
              <a:off x="864" y="1824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50" name="Google Shape;250;p5"/>
            <p:cNvCxnSpPr/>
            <p:nvPr/>
          </p:nvCxnSpPr>
          <p:spPr>
            <a:xfrm rot="10800000">
              <a:off x="1344" y="1824"/>
              <a:ext cx="0" cy="192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51" name="Google Shape;251;p5"/>
            <p:cNvCxnSpPr/>
            <p:nvPr/>
          </p:nvCxnSpPr>
          <p:spPr>
            <a:xfrm>
              <a:off x="864" y="2736"/>
              <a:ext cx="0" cy="1104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52" name="Google Shape;252;p5"/>
            <p:cNvCxnSpPr/>
            <p:nvPr/>
          </p:nvCxnSpPr>
          <p:spPr>
            <a:xfrm rot="10800000">
              <a:off x="1344" y="2736"/>
              <a:ext cx="0" cy="1104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cxnSp>
          <p:nvCxnSpPr>
            <p:cNvPr id="253" name="Google Shape;253;p5"/>
            <p:cNvCxnSpPr/>
            <p:nvPr/>
          </p:nvCxnSpPr>
          <p:spPr>
            <a:xfrm>
              <a:off x="1104" y="1824"/>
              <a:ext cx="0" cy="192"/>
            </a:xfrm>
            <a:prstGeom prst="straightConnector1">
              <a:avLst/>
            </a:prstGeom>
            <a:noFill/>
            <a:ln cap="flat" cmpd="thinThick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54" name="Google Shape;254;p5"/>
            <p:cNvCxnSpPr/>
            <p:nvPr/>
          </p:nvCxnSpPr>
          <p:spPr>
            <a:xfrm>
              <a:off x="1104" y="2736"/>
              <a:ext cx="0" cy="1104"/>
            </a:xfrm>
            <a:prstGeom prst="straightConnector1">
              <a:avLst/>
            </a:prstGeom>
            <a:noFill/>
            <a:ln cap="flat" cmpd="thinThick" w="5715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55" name="Google Shape;255;p5"/>
            <p:cNvSpPr/>
            <p:nvPr/>
          </p:nvSpPr>
          <p:spPr>
            <a:xfrm>
              <a:off x="192" y="1008"/>
              <a:ext cx="1776" cy="1824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2736" y="768"/>
              <a:ext cx="2544" cy="672"/>
            </a:xfrm>
            <a:prstGeom prst="cloudCallout">
              <a:avLst>
                <a:gd fmla="val -82546" name="adj1"/>
                <a:gd fmla="val 52380" name="adj2"/>
              </a:avLst>
            </a:prstGeom>
            <a:gradFill>
              <a:gsLst>
                <a:gs pos="0">
                  <a:srgbClr val="0066FF">
                    <a:alpha val="49803"/>
                  </a:srgbClr>
                </a:gs>
                <a:gs pos="50000">
                  <a:srgbClr val="FFFFFF">
                    <a:alpha val="49803"/>
                  </a:srgbClr>
                </a:gs>
                <a:gs pos="100000">
                  <a:srgbClr val="0066FF">
                    <a:alpha val="49803"/>
                  </a:srgbClr>
                </a:gs>
              </a:gsLst>
              <a:lin ang="5400000" scaled="0"/>
            </a:gradFill>
            <a:ln cap="flat" cmpd="sng" w="9525">
              <a:solidFill>
                <a:srgbClr val="0066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17961">
                <a:srgbClr val="0066FF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I/O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Event Handler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Layers?</a:t>
            </a:r>
            <a:endParaRPr/>
          </a:p>
        </p:txBody>
      </p:sp>
      <p:sp>
        <p:nvSpPr>
          <p:cNvPr id="263" name="Google Shape;263;p6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❖"/>
            </a:pPr>
            <a:r>
              <a:rPr lang="en-US" sz="2000">
                <a:solidFill>
                  <a:schemeClr val="accent1"/>
                </a:solidFill>
              </a:rPr>
              <a:t>GUI (Presentation) Layer</a:t>
            </a:r>
            <a:endParaRPr sz="2000"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rgbClr val="00CC00"/>
              </a:buClr>
              <a:buSzPts val="2000"/>
              <a:buChar char="❖"/>
            </a:pPr>
            <a:r>
              <a:rPr lang="en-US" sz="2000">
                <a:solidFill>
                  <a:srgbClr val="00CC00"/>
                </a:solidFill>
              </a:rPr>
              <a:t>Business Logic Layer</a:t>
            </a:r>
            <a:endParaRPr sz="2000"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rgbClr val="CC3399"/>
              </a:buClr>
              <a:buSzPts val="2000"/>
              <a:buChar char="❖"/>
            </a:pPr>
            <a:r>
              <a:rPr lang="en-US" sz="2000">
                <a:solidFill>
                  <a:srgbClr val="CC3399"/>
                </a:solidFill>
              </a:rPr>
              <a:t>Data Access Layer</a:t>
            </a:r>
            <a:br>
              <a:rPr lang="en-US" sz="2000">
                <a:solidFill>
                  <a:srgbClr val="CC3399"/>
                </a:solidFill>
              </a:rPr>
            </a:br>
            <a:br>
              <a:rPr lang="en-US" sz="2000">
                <a:solidFill>
                  <a:srgbClr val="CC3399"/>
                </a:solidFill>
              </a:rPr>
            </a:br>
            <a:r>
              <a:rPr lang="en-US" sz="1700"/>
              <a:t>A 3-layer architecture is a </a:t>
            </a:r>
            <a:r>
              <a:rPr b="1" lang="en-US" sz="1700"/>
              <a:t>logical</a:t>
            </a:r>
            <a:r>
              <a:rPr lang="en-US" sz="1700"/>
              <a:t> design model that organizes the codebase of an application into three distinct, abstract layers within a single deployment unit (e.g., a single application or service). These layers are typically: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b="1" lang="en-US" sz="1700"/>
              <a:t>Presentation Layer</a:t>
            </a:r>
            <a:r>
              <a:rPr lang="en-US" sz="1700"/>
              <a:t>: Handles the UI and user interactions.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b="1" lang="en-US" sz="1700"/>
              <a:t>Business Logic Layer</a:t>
            </a:r>
            <a:r>
              <a:rPr lang="en-US" sz="1700"/>
              <a:t>: Implements the core functionality, rules, and workflows.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b="1" lang="en-US" sz="1700"/>
              <a:t>Data Access Layer</a:t>
            </a:r>
            <a:r>
              <a:rPr lang="en-US" sz="1700"/>
              <a:t>: Manages interactions with the data source (e.g., database, file system).</a:t>
            </a:r>
            <a:endParaRPr sz="1700"/>
          </a:p>
          <a:p>
            <a:pPr indent="-342900" lvl="0" marL="342900" rtl="0" algn="just">
              <a:spcBef>
                <a:spcPts val="400"/>
              </a:spcBef>
              <a:spcAft>
                <a:spcPts val="0"/>
              </a:spcAft>
              <a:buClr>
                <a:srgbClr val="CC3399"/>
              </a:buClr>
              <a:buSzPts val="2000"/>
              <a:buChar char="❖"/>
            </a:pPr>
            <a:r>
              <a:t/>
            </a:r>
            <a:endParaRPr sz="2000">
              <a:solidFill>
                <a:srgbClr val="CC339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2667000" y="2857500"/>
            <a:ext cx="76200" cy="570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C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2667000" y="2000250"/>
            <a:ext cx="76200" cy="570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C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2667000" y="3714750"/>
            <a:ext cx="76200" cy="57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3200400" y="1600200"/>
            <a:ext cx="76200" cy="570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C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3200400" y="2457450"/>
            <a:ext cx="76200" cy="570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C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3200400" y="3314700"/>
            <a:ext cx="76200" cy="57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8"/>
          <p:cNvGrpSpPr/>
          <p:nvPr/>
        </p:nvGrpSpPr>
        <p:grpSpPr>
          <a:xfrm>
            <a:off x="2057400" y="3714750"/>
            <a:ext cx="1924050" cy="528638"/>
            <a:chOff x="1770" y="3216"/>
            <a:chExt cx="1212" cy="444"/>
          </a:xfrm>
        </p:grpSpPr>
        <p:grpSp>
          <p:nvGrpSpPr>
            <p:cNvPr id="276" name="Google Shape;276;p8"/>
            <p:cNvGrpSpPr/>
            <p:nvPr/>
          </p:nvGrpSpPr>
          <p:grpSpPr>
            <a:xfrm>
              <a:off x="1770" y="3216"/>
              <a:ext cx="1212" cy="409"/>
              <a:chOff x="2139" y="2863"/>
              <a:chExt cx="378" cy="409"/>
            </a:xfrm>
          </p:grpSpPr>
          <p:sp>
            <p:nvSpPr>
              <p:cNvPr id="277" name="Google Shape;277;p8"/>
              <p:cNvSpPr/>
              <p:nvPr/>
            </p:nvSpPr>
            <p:spPr>
              <a:xfrm>
                <a:off x="2139" y="2863"/>
                <a:ext cx="378" cy="409"/>
              </a:xfrm>
              <a:custGeom>
                <a:rect b="b" l="l" r="r" t="t"/>
                <a:pathLst>
                  <a:path extrusionOk="0" h="409" w="378">
                    <a:moveTo>
                      <a:pt x="378" y="342"/>
                    </a:moveTo>
                    <a:lnTo>
                      <a:pt x="378" y="346"/>
                    </a:lnTo>
                    <a:lnTo>
                      <a:pt x="376" y="349"/>
                    </a:lnTo>
                    <a:lnTo>
                      <a:pt x="375" y="352"/>
                    </a:lnTo>
                    <a:lnTo>
                      <a:pt x="373" y="356"/>
                    </a:lnTo>
                    <a:lnTo>
                      <a:pt x="370" y="363"/>
                    </a:lnTo>
                    <a:lnTo>
                      <a:pt x="367" y="366"/>
                    </a:lnTo>
                    <a:lnTo>
                      <a:pt x="362" y="368"/>
                    </a:lnTo>
                    <a:lnTo>
                      <a:pt x="359" y="373"/>
                    </a:lnTo>
                    <a:lnTo>
                      <a:pt x="356" y="375"/>
                    </a:lnTo>
                    <a:lnTo>
                      <a:pt x="349" y="376"/>
                    </a:lnTo>
                    <a:lnTo>
                      <a:pt x="346" y="380"/>
                    </a:lnTo>
                    <a:lnTo>
                      <a:pt x="340" y="381"/>
                    </a:lnTo>
                    <a:lnTo>
                      <a:pt x="335" y="383"/>
                    </a:lnTo>
                    <a:lnTo>
                      <a:pt x="329" y="386"/>
                    </a:lnTo>
                    <a:lnTo>
                      <a:pt x="323" y="390"/>
                    </a:lnTo>
                    <a:lnTo>
                      <a:pt x="315" y="390"/>
                    </a:lnTo>
                    <a:lnTo>
                      <a:pt x="309" y="393"/>
                    </a:lnTo>
                    <a:lnTo>
                      <a:pt x="301" y="395"/>
                    </a:lnTo>
                    <a:lnTo>
                      <a:pt x="294" y="397"/>
                    </a:lnTo>
                    <a:lnTo>
                      <a:pt x="286" y="400"/>
                    </a:lnTo>
                    <a:lnTo>
                      <a:pt x="279" y="400"/>
                    </a:lnTo>
                    <a:lnTo>
                      <a:pt x="271" y="402"/>
                    </a:lnTo>
                    <a:lnTo>
                      <a:pt x="261" y="404"/>
                    </a:lnTo>
                    <a:lnTo>
                      <a:pt x="253" y="404"/>
                    </a:lnTo>
                    <a:lnTo>
                      <a:pt x="244" y="407"/>
                    </a:lnTo>
                    <a:lnTo>
                      <a:pt x="225" y="407"/>
                    </a:lnTo>
                    <a:lnTo>
                      <a:pt x="217" y="409"/>
                    </a:lnTo>
                    <a:lnTo>
                      <a:pt x="161" y="409"/>
                    </a:lnTo>
                    <a:lnTo>
                      <a:pt x="151" y="407"/>
                    </a:lnTo>
                    <a:lnTo>
                      <a:pt x="132" y="407"/>
                    </a:lnTo>
                    <a:lnTo>
                      <a:pt x="125" y="404"/>
                    </a:lnTo>
                    <a:lnTo>
                      <a:pt x="117" y="404"/>
                    </a:lnTo>
                    <a:lnTo>
                      <a:pt x="107" y="402"/>
                    </a:lnTo>
                    <a:lnTo>
                      <a:pt x="99" y="400"/>
                    </a:lnTo>
                    <a:lnTo>
                      <a:pt x="92" y="400"/>
                    </a:lnTo>
                    <a:lnTo>
                      <a:pt x="84" y="397"/>
                    </a:lnTo>
                    <a:lnTo>
                      <a:pt x="76" y="395"/>
                    </a:lnTo>
                    <a:lnTo>
                      <a:pt x="68" y="393"/>
                    </a:lnTo>
                    <a:lnTo>
                      <a:pt x="62" y="390"/>
                    </a:lnTo>
                    <a:lnTo>
                      <a:pt x="55" y="390"/>
                    </a:lnTo>
                    <a:lnTo>
                      <a:pt x="49" y="386"/>
                    </a:lnTo>
                    <a:lnTo>
                      <a:pt x="43" y="383"/>
                    </a:lnTo>
                    <a:lnTo>
                      <a:pt x="38" y="381"/>
                    </a:lnTo>
                    <a:lnTo>
                      <a:pt x="32" y="380"/>
                    </a:lnTo>
                    <a:lnTo>
                      <a:pt x="29" y="376"/>
                    </a:lnTo>
                    <a:lnTo>
                      <a:pt x="22" y="375"/>
                    </a:lnTo>
                    <a:lnTo>
                      <a:pt x="19" y="373"/>
                    </a:lnTo>
                    <a:lnTo>
                      <a:pt x="16" y="368"/>
                    </a:lnTo>
                    <a:lnTo>
                      <a:pt x="11" y="366"/>
                    </a:lnTo>
                    <a:lnTo>
                      <a:pt x="8" y="363"/>
                    </a:lnTo>
                    <a:lnTo>
                      <a:pt x="5" y="356"/>
                    </a:lnTo>
                    <a:lnTo>
                      <a:pt x="3" y="352"/>
                    </a:lnTo>
                    <a:lnTo>
                      <a:pt x="2" y="349"/>
                    </a:lnTo>
                    <a:lnTo>
                      <a:pt x="0" y="346"/>
                    </a:lnTo>
                    <a:lnTo>
                      <a:pt x="0" y="342"/>
                    </a:lnTo>
                    <a:lnTo>
                      <a:pt x="0" y="340"/>
                    </a:lnTo>
                    <a:lnTo>
                      <a:pt x="0" y="66"/>
                    </a:lnTo>
                    <a:lnTo>
                      <a:pt x="0" y="63"/>
                    </a:lnTo>
                    <a:lnTo>
                      <a:pt x="0" y="61"/>
                    </a:lnTo>
                    <a:lnTo>
                      <a:pt x="2" y="56"/>
                    </a:lnTo>
                    <a:lnTo>
                      <a:pt x="3" y="54"/>
                    </a:lnTo>
                    <a:lnTo>
                      <a:pt x="5" y="49"/>
                    </a:lnTo>
                    <a:lnTo>
                      <a:pt x="7" y="47"/>
                    </a:lnTo>
                    <a:lnTo>
                      <a:pt x="8" y="46"/>
                    </a:lnTo>
                    <a:lnTo>
                      <a:pt x="11" y="42"/>
                    </a:lnTo>
                    <a:lnTo>
                      <a:pt x="16" y="39"/>
                    </a:lnTo>
                    <a:lnTo>
                      <a:pt x="19" y="35"/>
                    </a:lnTo>
                    <a:lnTo>
                      <a:pt x="22" y="34"/>
                    </a:lnTo>
                    <a:lnTo>
                      <a:pt x="29" y="32"/>
                    </a:lnTo>
                    <a:lnTo>
                      <a:pt x="32" y="28"/>
                    </a:lnTo>
                    <a:lnTo>
                      <a:pt x="38" y="25"/>
                    </a:lnTo>
                    <a:lnTo>
                      <a:pt x="43" y="22"/>
                    </a:lnTo>
                    <a:lnTo>
                      <a:pt x="49" y="20"/>
                    </a:lnTo>
                    <a:lnTo>
                      <a:pt x="55" y="18"/>
                    </a:lnTo>
                    <a:lnTo>
                      <a:pt x="62" y="15"/>
                    </a:lnTo>
                    <a:lnTo>
                      <a:pt x="68" y="15"/>
                    </a:lnTo>
                    <a:lnTo>
                      <a:pt x="76" y="13"/>
                    </a:lnTo>
                    <a:lnTo>
                      <a:pt x="84" y="11"/>
                    </a:lnTo>
                    <a:lnTo>
                      <a:pt x="92" y="8"/>
                    </a:lnTo>
                    <a:lnTo>
                      <a:pt x="99" y="6"/>
                    </a:lnTo>
                    <a:lnTo>
                      <a:pt x="107" y="6"/>
                    </a:lnTo>
                    <a:lnTo>
                      <a:pt x="117" y="5"/>
                    </a:lnTo>
                    <a:lnTo>
                      <a:pt x="125" y="5"/>
                    </a:lnTo>
                    <a:lnTo>
                      <a:pt x="132" y="1"/>
                    </a:lnTo>
                    <a:lnTo>
                      <a:pt x="151" y="1"/>
                    </a:lnTo>
                    <a:lnTo>
                      <a:pt x="161" y="0"/>
                    </a:lnTo>
                    <a:lnTo>
                      <a:pt x="217" y="0"/>
                    </a:lnTo>
                    <a:lnTo>
                      <a:pt x="225" y="1"/>
                    </a:lnTo>
                    <a:lnTo>
                      <a:pt x="244" y="1"/>
                    </a:lnTo>
                    <a:lnTo>
                      <a:pt x="253" y="5"/>
                    </a:lnTo>
                    <a:lnTo>
                      <a:pt x="261" y="5"/>
                    </a:lnTo>
                    <a:lnTo>
                      <a:pt x="271" y="6"/>
                    </a:lnTo>
                    <a:lnTo>
                      <a:pt x="279" y="6"/>
                    </a:lnTo>
                    <a:lnTo>
                      <a:pt x="286" y="8"/>
                    </a:lnTo>
                    <a:lnTo>
                      <a:pt x="294" y="11"/>
                    </a:lnTo>
                    <a:lnTo>
                      <a:pt x="301" y="13"/>
                    </a:lnTo>
                    <a:lnTo>
                      <a:pt x="309" y="15"/>
                    </a:lnTo>
                    <a:lnTo>
                      <a:pt x="315" y="15"/>
                    </a:lnTo>
                    <a:lnTo>
                      <a:pt x="323" y="18"/>
                    </a:lnTo>
                    <a:lnTo>
                      <a:pt x="329" y="20"/>
                    </a:lnTo>
                    <a:lnTo>
                      <a:pt x="335" y="22"/>
                    </a:lnTo>
                    <a:lnTo>
                      <a:pt x="340" y="25"/>
                    </a:lnTo>
                    <a:lnTo>
                      <a:pt x="346" y="28"/>
                    </a:lnTo>
                    <a:lnTo>
                      <a:pt x="349" y="32"/>
                    </a:lnTo>
                    <a:lnTo>
                      <a:pt x="356" y="34"/>
                    </a:lnTo>
                    <a:lnTo>
                      <a:pt x="359" y="35"/>
                    </a:lnTo>
                    <a:lnTo>
                      <a:pt x="362" y="39"/>
                    </a:lnTo>
                    <a:lnTo>
                      <a:pt x="367" y="42"/>
                    </a:lnTo>
                    <a:lnTo>
                      <a:pt x="370" y="46"/>
                    </a:lnTo>
                    <a:lnTo>
                      <a:pt x="371" y="47"/>
                    </a:lnTo>
                    <a:lnTo>
                      <a:pt x="373" y="49"/>
                    </a:lnTo>
                    <a:lnTo>
                      <a:pt x="375" y="54"/>
                    </a:lnTo>
                    <a:lnTo>
                      <a:pt x="376" y="56"/>
                    </a:lnTo>
                    <a:lnTo>
                      <a:pt x="378" y="61"/>
                    </a:lnTo>
                    <a:lnTo>
                      <a:pt x="378" y="63"/>
                    </a:lnTo>
                    <a:lnTo>
                      <a:pt x="378" y="66"/>
                    </a:lnTo>
                    <a:lnTo>
                      <a:pt x="378" y="339"/>
                    </a:lnTo>
                    <a:lnTo>
                      <a:pt x="378" y="342"/>
                    </a:lnTo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8"/>
              <p:cNvSpPr/>
              <p:nvPr/>
            </p:nvSpPr>
            <p:spPr>
              <a:xfrm>
                <a:off x="2139" y="2926"/>
                <a:ext cx="378" cy="66"/>
              </a:xfrm>
              <a:custGeom>
                <a:rect b="b" l="l" r="r" t="t"/>
                <a:pathLst>
                  <a:path extrusionOk="0" h="66" w="378">
                    <a:moveTo>
                      <a:pt x="0" y="0"/>
                    </a:moveTo>
                    <a:lnTo>
                      <a:pt x="0" y="3"/>
                    </a:lnTo>
                    <a:lnTo>
                      <a:pt x="2" y="6"/>
                    </a:lnTo>
                    <a:lnTo>
                      <a:pt x="3" y="10"/>
                    </a:lnTo>
                    <a:lnTo>
                      <a:pt x="5" y="13"/>
                    </a:lnTo>
                    <a:lnTo>
                      <a:pt x="7" y="17"/>
                    </a:lnTo>
                    <a:lnTo>
                      <a:pt x="8" y="18"/>
                    </a:lnTo>
                    <a:lnTo>
                      <a:pt x="11" y="23"/>
                    </a:lnTo>
                    <a:lnTo>
                      <a:pt x="16" y="25"/>
                    </a:lnTo>
                    <a:lnTo>
                      <a:pt x="19" y="27"/>
                    </a:lnTo>
                    <a:lnTo>
                      <a:pt x="22" y="30"/>
                    </a:lnTo>
                    <a:lnTo>
                      <a:pt x="29" y="34"/>
                    </a:lnTo>
                    <a:lnTo>
                      <a:pt x="32" y="37"/>
                    </a:lnTo>
                    <a:lnTo>
                      <a:pt x="38" y="39"/>
                    </a:lnTo>
                    <a:lnTo>
                      <a:pt x="43" y="40"/>
                    </a:lnTo>
                    <a:lnTo>
                      <a:pt x="49" y="44"/>
                    </a:lnTo>
                    <a:lnTo>
                      <a:pt x="55" y="46"/>
                    </a:lnTo>
                    <a:lnTo>
                      <a:pt x="62" y="47"/>
                    </a:lnTo>
                    <a:lnTo>
                      <a:pt x="68" y="51"/>
                    </a:lnTo>
                    <a:lnTo>
                      <a:pt x="76" y="52"/>
                    </a:lnTo>
                    <a:lnTo>
                      <a:pt x="84" y="54"/>
                    </a:lnTo>
                    <a:lnTo>
                      <a:pt x="92" y="58"/>
                    </a:lnTo>
                    <a:lnTo>
                      <a:pt x="99" y="58"/>
                    </a:lnTo>
                    <a:lnTo>
                      <a:pt x="107" y="59"/>
                    </a:lnTo>
                    <a:lnTo>
                      <a:pt x="117" y="61"/>
                    </a:lnTo>
                    <a:lnTo>
                      <a:pt x="125" y="61"/>
                    </a:lnTo>
                    <a:lnTo>
                      <a:pt x="132" y="64"/>
                    </a:lnTo>
                    <a:lnTo>
                      <a:pt x="151" y="64"/>
                    </a:lnTo>
                    <a:lnTo>
                      <a:pt x="161" y="66"/>
                    </a:lnTo>
                    <a:lnTo>
                      <a:pt x="217" y="66"/>
                    </a:lnTo>
                    <a:lnTo>
                      <a:pt x="225" y="64"/>
                    </a:lnTo>
                    <a:lnTo>
                      <a:pt x="244" y="64"/>
                    </a:lnTo>
                    <a:lnTo>
                      <a:pt x="253" y="61"/>
                    </a:lnTo>
                    <a:lnTo>
                      <a:pt x="261" y="61"/>
                    </a:lnTo>
                    <a:lnTo>
                      <a:pt x="271" y="59"/>
                    </a:lnTo>
                    <a:lnTo>
                      <a:pt x="279" y="58"/>
                    </a:lnTo>
                    <a:lnTo>
                      <a:pt x="286" y="58"/>
                    </a:lnTo>
                    <a:lnTo>
                      <a:pt x="294" y="54"/>
                    </a:lnTo>
                    <a:lnTo>
                      <a:pt x="301" y="52"/>
                    </a:lnTo>
                    <a:lnTo>
                      <a:pt x="309" y="51"/>
                    </a:lnTo>
                    <a:lnTo>
                      <a:pt x="315" y="47"/>
                    </a:lnTo>
                    <a:lnTo>
                      <a:pt x="323" y="46"/>
                    </a:lnTo>
                    <a:lnTo>
                      <a:pt x="329" y="44"/>
                    </a:lnTo>
                    <a:lnTo>
                      <a:pt x="335" y="40"/>
                    </a:lnTo>
                    <a:lnTo>
                      <a:pt x="340" y="39"/>
                    </a:lnTo>
                    <a:lnTo>
                      <a:pt x="346" y="37"/>
                    </a:lnTo>
                    <a:lnTo>
                      <a:pt x="349" y="34"/>
                    </a:lnTo>
                    <a:lnTo>
                      <a:pt x="356" y="30"/>
                    </a:lnTo>
                    <a:lnTo>
                      <a:pt x="359" y="27"/>
                    </a:lnTo>
                    <a:lnTo>
                      <a:pt x="362" y="25"/>
                    </a:lnTo>
                    <a:lnTo>
                      <a:pt x="367" y="23"/>
                    </a:lnTo>
                    <a:lnTo>
                      <a:pt x="370" y="18"/>
                    </a:lnTo>
                    <a:lnTo>
                      <a:pt x="371" y="17"/>
                    </a:lnTo>
                    <a:lnTo>
                      <a:pt x="373" y="13"/>
                    </a:lnTo>
                    <a:lnTo>
                      <a:pt x="375" y="10"/>
                    </a:lnTo>
                    <a:lnTo>
                      <a:pt x="376" y="6"/>
                    </a:lnTo>
                    <a:lnTo>
                      <a:pt x="378" y="3"/>
                    </a:lnTo>
                    <a:lnTo>
                      <a:pt x="378" y="0"/>
                    </a:lnTo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9" name="Google Shape;279;p8"/>
            <p:cNvSpPr txBox="1"/>
            <p:nvPr/>
          </p:nvSpPr>
          <p:spPr>
            <a:xfrm>
              <a:off x="2160" y="3360"/>
              <a:ext cx="600" cy="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Data</a:t>
              </a:r>
              <a:endParaRPr/>
            </a:p>
          </p:txBody>
        </p:sp>
      </p:grpSp>
      <p:grpSp>
        <p:nvGrpSpPr>
          <p:cNvPr id="280" name="Google Shape;280;p8"/>
          <p:cNvGrpSpPr/>
          <p:nvPr/>
        </p:nvGrpSpPr>
        <p:grpSpPr>
          <a:xfrm>
            <a:off x="1752600" y="1085850"/>
            <a:ext cx="2514600" cy="571500"/>
            <a:chOff x="1200" y="960"/>
            <a:chExt cx="1584" cy="480"/>
          </a:xfrm>
        </p:grpSpPr>
        <p:sp>
          <p:nvSpPr>
            <p:cNvPr id="281" name="Google Shape;281;p8"/>
            <p:cNvSpPr/>
            <p:nvPr/>
          </p:nvSpPr>
          <p:spPr>
            <a:xfrm>
              <a:off x="1200" y="960"/>
              <a:ext cx="1584" cy="480"/>
            </a:xfrm>
            <a:prstGeom prst="rect">
              <a:avLst/>
            </a:prstGeom>
            <a:gradFill>
              <a:gsLst>
                <a:gs pos="0">
                  <a:srgbClr val="0066FF"/>
                </a:gs>
                <a:gs pos="50000">
                  <a:srgbClr val="FFFFFF">
                    <a:alpha val="49803"/>
                  </a:srgbClr>
                </a:gs>
                <a:gs pos="100000">
                  <a:srgbClr val="0066FF"/>
                </a:gs>
              </a:gsLst>
              <a:lin ang="5400000" scaled="0"/>
            </a:gradFill>
            <a:ln cap="flat" cmpd="sng" w="9525">
              <a:solidFill>
                <a:srgbClr val="0066F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17961">
                <a:srgbClr val="0066FF">
                  <a:alpha val="4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2" name="Google Shape;282;p8"/>
            <p:cNvGrpSpPr/>
            <p:nvPr/>
          </p:nvGrpSpPr>
          <p:grpSpPr>
            <a:xfrm>
              <a:off x="2160" y="1008"/>
              <a:ext cx="576" cy="384"/>
              <a:chOff x="2688" y="3216"/>
              <a:chExt cx="675" cy="576"/>
            </a:xfrm>
          </p:grpSpPr>
          <p:graphicFrame>
            <p:nvGraphicFramePr>
              <p:cNvPr id="283" name="Google Shape;283;p8"/>
              <p:cNvGraphicFramePr/>
              <p:nvPr/>
            </p:nvGraphicFramePr>
            <p:xfrm>
              <a:off x="2688" y="3216"/>
              <a:ext cx="435" cy="384"/>
            </p:xfrm>
            <a:graphic>
              <a:graphicData uri="http://schemas.openxmlformats.org/presentationml/2006/ole">
                <mc:AlternateContent>
                  <mc:Choice Requires="v">
                    <p:oleObj r:id="rId4" imgH="384" imgW="435" progId="Paint.Picture" spid="_x0000_s1">
                      <p:embed/>
                    </p:oleObj>
                  </mc:Choice>
                  <mc:Fallback>
                    <p:oleObj r:id="rId5" imgH="384" imgW="435" progId="Paint.Picture">
                      <p:embed/>
                      <p:pic>
                        <p:nvPicPr>
                          <p:cNvPr id="283" name="Google Shape;283;p8"/>
                          <p:cNvPicPr preferRelativeResize="0"/>
                          <p:nvPr/>
                        </p:nvPicPr>
                        <p:blipFill rotWithShape="1">
                          <a:blip r:embed="rId6">
                            <a:alphaModFix/>
                          </a:blip>
                          <a:srcRect b="0" l="0" r="0" t="0"/>
                          <a:stretch/>
                        </p:blipFill>
                        <p:spPr>
                          <a:xfrm>
                            <a:off x="2688" y="3216"/>
                            <a:ext cx="435" cy="384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0066FF">
                                  <a:alpha val="49803"/>
                                </a:srgbClr>
                              </a:gs>
                              <a:gs pos="50000">
                                <a:srgbClr val="FFFFFF">
                                  <a:alpha val="49803"/>
                                </a:srgbClr>
                              </a:gs>
                              <a:gs pos="100000">
                                <a:srgbClr val="0066FF">
                                  <a:alpha val="49803"/>
                                </a:srgbClr>
                              </a:gs>
                            </a:gsLst>
                            <a:lin ang="5400000" scaled="0"/>
                          </a:gradFill>
                          <a:ln>
                            <a:noFill/>
                          </a:ln>
                          <a:effectLst>
                            <a:outerShdw rotWithShape="0" algn="ctr" dir="2700000" dist="17961">
                              <a:srgbClr val="0066FF">
                                <a:alpha val="49803"/>
                              </a:srgbClr>
                            </a:outerShdw>
                          </a:effec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4" name="Google Shape;284;p8"/>
              <p:cNvGraphicFramePr/>
              <p:nvPr/>
            </p:nvGraphicFramePr>
            <p:xfrm>
              <a:off x="2880" y="3408"/>
              <a:ext cx="483" cy="384"/>
            </p:xfrm>
            <a:graphic>
              <a:graphicData uri="http://schemas.openxmlformats.org/presentationml/2006/ole">
                <mc:AlternateContent>
                  <mc:Choice Requires="v">
                    <p:oleObj r:id="rId7" imgH="384" imgW="483" progId="Paint.Picture" spid="_x0000_s2">
                      <p:embed/>
                    </p:oleObj>
                  </mc:Choice>
                  <mc:Fallback>
                    <p:oleObj r:id="rId8" imgH="384" imgW="483" progId="Paint.Picture">
                      <p:embed/>
                      <p:pic>
                        <p:nvPicPr>
                          <p:cNvPr id="284" name="Google Shape;284;p8"/>
                          <p:cNvPicPr preferRelativeResize="0"/>
                          <p:nvPr/>
                        </p:nvPicPr>
                        <p:blipFill rotWithShape="1">
                          <a:blip r:embed="rId9">
                            <a:alphaModFix/>
                          </a:blip>
                          <a:srcRect b="0" l="0" r="0" t="0"/>
                          <a:stretch/>
                        </p:blipFill>
                        <p:spPr>
                          <a:xfrm>
                            <a:off x="2880" y="3408"/>
                            <a:ext cx="483" cy="384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0066FF">
                                  <a:alpha val="49803"/>
                                </a:srgbClr>
                              </a:gs>
                              <a:gs pos="50000">
                                <a:srgbClr val="FFFFFF">
                                  <a:alpha val="49803"/>
                                </a:srgbClr>
                              </a:gs>
                              <a:gs pos="100000">
                                <a:srgbClr val="0066FF">
                                  <a:alpha val="49803"/>
                                </a:srgbClr>
                              </a:gs>
                            </a:gsLst>
                            <a:lin ang="5400000" scaled="0"/>
                          </a:gradFill>
                          <a:ln>
                            <a:noFill/>
                          </a:ln>
                          <a:effectLst>
                            <a:outerShdw rotWithShape="0" algn="ctr" dir="2700000" dist="17961">
                              <a:srgbClr val="0066FF">
                                <a:alpha val="49803"/>
                              </a:srgbClr>
                            </a:outerShdw>
                          </a:effec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85" name="Google Shape;285;p8"/>
            <p:cNvSpPr txBox="1"/>
            <p:nvPr/>
          </p:nvSpPr>
          <p:spPr>
            <a:xfrm>
              <a:off x="1248" y="1113"/>
              <a:ext cx="37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GUI</a:t>
              </a:r>
              <a:endParaRPr/>
            </a:p>
          </p:txBody>
        </p:sp>
      </p:grpSp>
      <p:grpSp>
        <p:nvGrpSpPr>
          <p:cNvPr id="286" name="Google Shape;286;p8"/>
          <p:cNvGrpSpPr/>
          <p:nvPr/>
        </p:nvGrpSpPr>
        <p:grpSpPr>
          <a:xfrm>
            <a:off x="1752600" y="2857500"/>
            <a:ext cx="2514600" cy="514350"/>
            <a:chOff x="1200" y="1872"/>
            <a:chExt cx="1584" cy="432"/>
          </a:xfrm>
        </p:grpSpPr>
        <p:sp>
          <p:nvSpPr>
            <p:cNvPr id="287" name="Google Shape;287;p8"/>
            <p:cNvSpPr/>
            <p:nvPr/>
          </p:nvSpPr>
          <p:spPr>
            <a:xfrm>
              <a:off x="1200" y="1872"/>
              <a:ext cx="1584" cy="432"/>
            </a:xfrm>
            <a:prstGeom prst="rect">
              <a:avLst/>
            </a:prstGeom>
            <a:gradFill>
              <a:gsLst>
                <a:gs pos="0">
                  <a:srgbClr val="FF66CC"/>
                </a:gs>
                <a:gs pos="50000">
                  <a:schemeClr val="lt1"/>
                </a:gs>
                <a:gs pos="100000">
                  <a:srgbClr val="FF66CC"/>
                </a:gs>
              </a:gsLst>
              <a:lin ang="5400000" scaled="0"/>
            </a:gradFill>
            <a:ln cap="flat" cmpd="sng" w="9525">
              <a:solidFill>
                <a:srgbClr val="FF66CC">
                  <a:alpha val="600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8"/>
            <p:cNvSpPr txBox="1"/>
            <p:nvPr/>
          </p:nvSpPr>
          <p:spPr>
            <a:xfrm>
              <a:off x="1248" y="1966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Data Access</a:t>
              </a:r>
              <a:endParaRPr/>
            </a:p>
          </p:txBody>
        </p:sp>
        <p:graphicFrame>
          <p:nvGraphicFramePr>
            <p:cNvPr id="289" name="Google Shape;289;p8"/>
            <p:cNvGraphicFramePr/>
            <p:nvPr/>
          </p:nvGraphicFramePr>
          <p:xfrm>
            <a:off x="2304" y="1896"/>
            <a:ext cx="432" cy="384"/>
          </p:xfrm>
          <a:graphic>
            <a:graphicData uri="http://schemas.openxmlformats.org/presentationml/2006/ole">
              <mc:AlternateContent>
                <mc:Choice Requires="v">
                  <p:oleObj r:id="rId10" imgH="384" imgW="432" progId="MS_ClipArt_Gallery.2" spid="_x0000_s3">
                    <p:embed/>
                  </p:oleObj>
                </mc:Choice>
                <mc:Fallback>
                  <p:oleObj r:id="rId11" imgH="384" imgW="432" progId="MS_ClipArt_Gallery.2">
                    <p:embed/>
                    <p:pic>
                      <p:nvPicPr>
                        <p:cNvPr id="289" name="Google Shape;289;p8"/>
                        <p:cNvPicPr preferRelativeResize="0"/>
                        <p:nvPr/>
                      </p:nvPicPr>
                      <p:blipFill rotWithShape="1">
                        <a:blip r:embed="rId12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304" y="1896"/>
                          <a:ext cx="432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0" name="Google Shape;290;p8"/>
          <p:cNvSpPr/>
          <p:nvPr/>
        </p:nvSpPr>
        <p:spPr>
          <a:xfrm>
            <a:off x="1752600" y="2000250"/>
            <a:ext cx="2514600" cy="514500"/>
          </a:xfrm>
          <a:prstGeom prst="rect">
            <a:avLst/>
          </a:prstGeom>
          <a:gradFill>
            <a:gsLst>
              <a:gs pos="0">
                <a:srgbClr val="66FF33"/>
              </a:gs>
              <a:gs pos="50000">
                <a:srgbClr val="FFFFFF">
                  <a:alpha val="49803"/>
                </a:srgbClr>
              </a:gs>
              <a:gs pos="100000">
                <a:srgbClr val="66FF33"/>
              </a:gs>
            </a:gsLst>
            <a:lin ang="5400000" scaled="0"/>
          </a:gradFill>
          <a:ln cap="flat" cmpd="sng" w="9525">
            <a:solidFill>
              <a:srgbClr val="33CC33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99FF33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Communication between layers</a:t>
            </a:r>
            <a:endParaRPr sz="2800"/>
          </a:p>
        </p:txBody>
      </p:sp>
      <p:grpSp>
        <p:nvGrpSpPr>
          <p:cNvPr id="292" name="Google Shape;292;p8"/>
          <p:cNvGrpSpPr/>
          <p:nvPr/>
        </p:nvGrpSpPr>
        <p:grpSpPr>
          <a:xfrm>
            <a:off x="5791200" y="3386051"/>
            <a:ext cx="3112925" cy="714376"/>
            <a:chOff x="3648" y="2844"/>
            <a:chExt cx="1961" cy="600"/>
          </a:xfrm>
        </p:grpSpPr>
        <p:sp>
          <p:nvSpPr>
            <p:cNvPr id="293" name="Google Shape;293;p8"/>
            <p:cNvSpPr/>
            <p:nvPr/>
          </p:nvSpPr>
          <p:spPr>
            <a:xfrm>
              <a:off x="3648" y="3216"/>
              <a:ext cx="48" cy="48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CC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8"/>
            <p:cNvSpPr txBox="1"/>
            <p:nvPr/>
          </p:nvSpPr>
          <p:spPr>
            <a:xfrm>
              <a:off x="3809" y="2844"/>
              <a:ext cx="18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Transfer Object (</a:t>
              </a:r>
              <a:r>
                <a:rPr lang="en-US" sz="1800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DTO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</p:grpSp>
      <p:grpSp>
        <p:nvGrpSpPr>
          <p:cNvPr id="295" name="Google Shape;295;p8"/>
          <p:cNvGrpSpPr/>
          <p:nvPr/>
        </p:nvGrpSpPr>
        <p:grpSpPr>
          <a:xfrm>
            <a:off x="5791215" y="4114800"/>
            <a:ext cx="2533657" cy="357188"/>
            <a:chOff x="3648" y="3456"/>
            <a:chExt cx="1596" cy="300"/>
          </a:xfrm>
        </p:grpSpPr>
        <p:sp>
          <p:nvSpPr>
            <p:cNvPr id="296" name="Google Shape;296;p8"/>
            <p:cNvSpPr/>
            <p:nvPr/>
          </p:nvSpPr>
          <p:spPr>
            <a:xfrm>
              <a:off x="3648" y="3552"/>
              <a:ext cx="48" cy="48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8"/>
            <p:cNvSpPr txBox="1"/>
            <p:nvPr/>
          </p:nvSpPr>
          <p:spPr>
            <a:xfrm>
              <a:off x="3744" y="3456"/>
              <a:ext cx="15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Raw data, data rows</a:t>
              </a:r>
              <a:endParaRPr/>
            </a:p>
          </p:txBody>
        </p:sp>
      </p:grpSp>
      <p:sp>
        <p:nvSpPr>
          <p:cNvPr id="298" name="Google Shape;298;p8"/>
          <p:cNvSpPr txBox="1"/>
          <p:nvPr/>
        </p:nvSpPr>
        <p:spPr>
          <a:xfrm>
            <a:off x="1828800" y="2169319"/>
            <a:ext cx="1644600" cy="27510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17961">
              <a:srgbClr val="99FF33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Business logic</a:t>
            </a:r>
            <a:endParaRPr/>
          </a:p>
        </p:txBody>
      </p:sp>
      <p:graphicFrame>
        <p:nvGraphicFramePr>
          <p:cNvPr id="299" name="Google Shape;299;p8"/>
          <p:cNvGraphicFramePr/>
          <p:nvPr/>
        </p:nvGraphicFramePr>
        <p:xfrm>
          <a:off x="3429000" y="2057400"/>
          <a:ext cx="571500" cy="400049"/>
        </p:xfrm>
        <a:graphic>
          <a:graphicData uri="http://schemas.openxmlformats.org/presentationml/2006/ole">
            <mc:AlternateContent>
              <mc:Choice Requires="v">
                <p:oleObj r:id="rId13" imgH="400049" imgW="571500" progId="MS_ClipArt_Gallery.2" spid="_x0000_s4">
                  <p:embed/>
                </p:oleObj>
              </mc:Choice>
              <mc:Fallback>
                <p:oleObj r:id="rId14" imgH="400049" imgW="571500" progId="MS_ClipArt_Gallery.2">
                  <p:embed/>
                  <p:pic>
                    <p:nvPicPr>
                      <p:cNvPr id="299" name="Google Shape;299;p8"/>
                      <p:cNvPicPr preferRelativeResize="0"/>
                      <p:nvPr/>
                    </p:nvPicPr>
                    <p:blipFill rotWithShape="1">
                      <a:blip r:embed="rId1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429000" y="2057400"/>
                        <a:ext cx="571500" cy="400049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66FF33"/>
                          </a:gs>
                          <a:gs pos="50000">
                            <a:srgbClr val="FFFFFF">
                              <a:alpha val="49803"/>
                            </a:srgbClr>
                          </a:gs>
                          <a:gs pos="100000">
                            <a:srgbClr val="66FF33"/>
                          </a:gs>
                        </a:gsLst>
                        <a:lin ang="5400000" scaled="0"/>
                      </a:gradFill>
                      <a:ln>
                        <a:noFill/>
                      </a:ln>
                      <a:effectLst>
                        <a:outerShdw rotWithShape="0" algn="ctr" dir="2700000" dist="17961">
                          <a:srgbClr val="99FF33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" name="Google Shape;300;p8"/>
          <p:cNvSpPr/>
          <p:nvPr/>
        </p:nvSpPr>
        <p:spPr>
          <a:xfrm>
            <a:off x="2895600" y="3284935"/>
            <a:ext cx="304800" cy="514500"/>
          </a:xfrm>
          <a:prstGeom prst="upDownArrow">
            <a:avLst>
              <a:gd fmla="val 50000" name="adj1"/>
              <a:gd fmla="val 45000" name="adj2"/>
            </a:avLst>
          </a:prstGeom>
          <a:gradFill>
            <a:gsLst>
              <a:gs pos="0">
                <a:srgbClr val="FF00FF"/>
              </a:gs>
              <a:gs pos="100000">
                <a:srgbClr val="FFFFFF"/>
              </a:gs>
            </a:gsLst>
            <a:lin ang="5400000" scaled="0"/>
          </a:gra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2819400" y="1572816"/>
            <a:ext cx="304800" cy="514500"/>
          </a:xfrm>
          <a:prstGeom prst="upDownArrow">
            <a:avLst>
              <a:gd fmla="val 50000" name="adj1"/>
              <a:gd fmla="val 45000" name="adj2"/>
            </a:avLst>
          </a:prstGeom>
          <a:gradFill>
            <a:gsLst>
              <a:gs pos="0">
                <a:schemeClr val="accent1"/>
              </a:gs>
              <a:gs pos="100000">
                <a:srgbClr val="00FF00"/>
              </a:gs>
            </a:gsLst>
            <a:lin ang="5400000" scaled="0"/>
          </a:gra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2819400" y="2427685"/>
            <a:ext cx="304800" cy="514500"/>
          </a:xfrm>
          <a:prstGeom prst="upDownArrow">
            <a:avLst>
              <a:gd fmla="val 50000" name="adj1"/>
              <a:gd fmla="val 45000" name="adj2"/>
            </a:avLst>
          </a:prstGeom>
          <a:gradFill>
            <a:gsLst>
              <a:gs pos="0">
                <a:srgbClr val="00FF00"/>
              </a:gs>
              <a:gs pos="100000">
                <a:srgbClr val="FF00FF"/>
              </a:gs>
            </a:gsLst>
            <a:lin ang="5400000" scaled="0"/>
          </a:gradFill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Multi-layer Architecture</a:t>
            </a:r>
            <a:endParaRPr/>
          </a:p>
        </p:txBody>
      </p:sp>
      <p:sp>
        <p:nvSpPr>
          <p:cNvPr id="309" name="Google Shape;309;p9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Decoupling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Re-usability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Responsibility - Delegation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0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Exception Handling</a:t>
            </a:r>
            <a:endParaRPr/>
          </a:p>
        </p:txBody>
      </p:sp>
      <p:grpSp>
        <p:nvGrpSpPr>
          <p:cNvPr id="316" name="Google Shape;316;p10"/>
          <p:cNvGrpSpPr/>
          <p:nvPr/>
        </p:nvGrpSpPr>
        <p:grpSpPr>
          <a:xfrm>
            <a:off x="901700" y="4505325"/>
            <a:ext cx="1767299" cy="568715"/>
            <a:chOff x="3984" y="2976"/>
            <a:chExt cx="1023" cy="444"/>
          </a:xfrm>
        </p:grpSpPr>
        <p:grpSp>
          <p:nvGrpSpPr>
            <p:cNvPr id="317" name="Google Shape;317;p10"/>
            <p:cNvGrpSpPr/>
            <p:nvPr/>
          </p:nvGrpSpPr>
          <p:grpSpPr>
            <a:xfrm>
              <a:off x="3984" y="2976"/>
              <a:ext cx="816" cy="409"/>
              <a:chOff x="2139" y="2863"/>
              <a:chExt cx="378" cy="409"/>
            </a:xfrm>
          </p:grpSpPr>
          <p:sp>
            <p:nvSpPr>
              <p:cNvPr id="318" name="Google Shape;318;p10"/>
              <p:cNvSpPr/>
              <p:nvPr/>
            </p:nvSpPr>
            <p:spPr>
              <a:xfrm>
                <a:off x="2139" y="2863"/>
                <a:ext cx="378" cy="409"/>
              </a:xfrm>
              <a:custGeom>
                <a:rect b="b" l="l" r="r" t="t"/>
                <a:pathLst>
                  <a:path extrusionOk="0" h="409" w="378">
                    <a:moveTo>
                      <a:pt x="378" y="342"/>
                    </a:moveTo>
                    <a:lnTo>
                      <a:pt x="378" y="346"/>
                    </a:lnTo>
                    <a:lnTo>
                      <a:pt x="376" y="349"/>
                    </a:lnTo>
                    <a:lnTo>
                      <a:pt x="375" y="352"/>
                    </a:lnTo>
                    <a:lnTo>
                      <a:pt x="373" y="356"/>
                    </a:lnTo>
                    <a:lnTo>
                      <a:pt x="370" y="363"/>
                    </a:lnTo>
                    <a:lnTo>
                      <a:pt x="367" y="366"/>
                    </a:lnTo>
                    <a:lnTo>
                      <a:pt x="362" y="368"/>
                    </a:lnTo>
                    <a:lnTo>
                      <a:pt x="359" y="373"/>
                    </a:lnTo>
                    <a:lnTo>
                      <a:pt x="356" y="375"/>
                    </a:lnTo>
                    <a:lnTo>
                      <a:pt x="349" y="376"/>
                    </a:lnTo>
                    <a:lnTo>
                      <a:pt x="346" y="380"/>
                    </a:lnTo>
                    <a:lnTo>
                      <a:pt x="340" y="381"/>
                    </a:lnTo>
                    <a:lnTo>
                      <a:pt x="335" y="383"/>
                    </a:lnTo>
                    <a:lnTo>
                      <a:pt x="329" y="386"/>
                    </a:lnTo>
                    <a:lnTo>
                      <a:pt x="323" y="390"/>
                    </a:lnTo>
                    <a:lnTo>
                      <a:pt x="315" y="390"/>
                    </a:lnTo>
                    <a:lnTo>
                      <a:pt x="309" y="393"/>
                    </a:lnTo>
                    <a:lnTo>
                      <a:pt x="301" y="395"/>
                    </a:lnTo>
                    <a:lnTo>
                      <a:pt x="294" y="397"/>
                    </a:lnTo>
                    <a:lnTo>
                      <a:pt x="286" y="400"/>
                    </a:lnTo>
                    <a:lnTo>
                      <a:pt x="279" y="400"/>
                    </a:lnTo>
                    <a:lnTo>
                      <a:pt x="271" y="402"/>
                    </a:lnTo>
                    <a:lnTo>
                      <a:pt x="261" y="404"/>
                    </a:lnTo>
                    <a:lnTo>
                      <a:pt x="253" y="404"/>
                    </a:lnTo>
                    <a:lnTo>
                      <a:pt x="244" y="407"/>
                    </a:lnTo>
                    <a:lnTo>
                      <a:pt x="225" y="407"/>
                    </a:lnTo>
                    <a:lnTo>
                      <a:pt x="217" y="409"/>
                    </a:lnTo>
                    <a:lnTo>
                      <a:pt x="161" y="409"/>
                    </a:lnTo>
                    <a:lnTo>
                      <a:pt x="151" y="407"/>
                    </a:lnTo>
                    <a:lnTo>
                      <a:pt x="132" y="407"/>
                    </a:lnTo>
                    <a:lnTo>
                      <a:pt x="125" y="404"/>
                    </a:lnTo>
                    <a:lnTo>
                      <a:pt x="117" y="404"/>
                    </a:lnTo>
                    <a:lnTo>
                      <a:pt x="107" y="402"/>
                    </a:lnTo>
                    <a:lnTo>
                      <a:pt x="99" y="400"/>
                    </a:lnTo>
                    <a:lnTo>
                      <a:pt x="92" y="400"/>
                    </a:lnTo>
                    <a:lnTo>
                      <a:pt x="84" y="397"/>
                    </a:lnTo>
                    <a:lnTo>
                      <a:pt x="76" y="395"/>
                    </a:lnTo>
                    <a:lnTo>
                      <a:pt x="68" y="393"/>
                    </a:lnTo>
                    <a:lnTo>
                      <a:pt x="62" y="390"/>
                    </a:lnTo>
                    <a:lnTo>
                      <a:pt x="55" y="390"/>
                    </a:lnTo>
                    <a:lnTo>
                      <a:pt x="49" y="386"/>
                    </a:lnTo>
                    <a:lnTo>
                      <a:pt x="43" y="383"/>
                    </a:lnTo>
                    <a:lnTo>
                      <a:pt x="38" y="381"/>
                    </a:lnTo>
                    <a:lnTo>
                      <a:pt x="32" y="380"/>
                    </a:lnTo>
                    <a:lnTo>
                      <a:pt x="29" y="376"/>
                    </a:lnTo>
                    <a:lnTo>
                      <a:pt x="22" y="375"/>
                    </a:lnTo>
                    <a:lnTo>
                      <a:pt x="19" y="373"/>
                    </a:lnTo>
                    <a:lnTo>
                      <a:pt x="16" y="368"/>
                    </a:lnTo>
                    <a:lnTo>
                      <a:pt x="11" y="366"/>
                    </a:lnTo>
                    <a:lnTo>
                      <a:pt x="8" y="363"/>
                    </a:lnTo>
                    <a:lnTo>
                      <a:pt x="5" y="356"/>
                    </a:lnTo>
                    <a:lnTo>
                      <a:pt x="3" y="352"/>
                    </a:lnTo>
                    <a:lnTo>
                      <a:pt x="2" y="349"/>
                    </a:lnTo>
                    <a:lnTo>
                      <a:pt x="0" y="346"/>
                    </a:lnTo>
                    <a:lnTo>
                      <a:pt x="0" y="342"/>
                    </a:lnTo>
                    <a:lnTo>
                      <a:pt x="0" y="340"/>
                    </a:lnTo>
                    <a:lnTo>
                      <a:pt x="0" y="66"/>
                    </a:lnTo>
                    <a:lnTo>
                      <a:pt x="0" y="63"/>
                    </a:lnTo>
                    <a:lnTo>
                      <a:pt x="0" y="61"/>
                    </a:lnTo>
                    <a:lnTo>
                      <a:pt x="2" y="56"/>
                    </a:lnTo>
                    <a:lnTo>
                      <a:pt x="3" y="54"/>
                    </a:lnTo>
                    <a:lnTo>
                      <a:pt x="5" y="49"/>
                    </a:lnTo>
                    <a:lnTo>
                      <a:pt x="7" y="47"/>
                    </a:lnTo>
                    <a:lnTo>
                      <a:pt x="8" y="46"/>
                    </a:lnTo>
                    <a:lnTo>
                      <a:pt x="11" y="42"/>
                    </a:lnTo>
                    <a:lnTo>
                      <a:pt x="16" y="39"/>
                    </a:lnTo>
                    <a:lnTo>
                      <a:pt x="19" y="35"/>
                    </a:lnTo>
                    <a:lnTo>
                      <a:pt x="22" y="34"/>
                    </a:lnTo>
                    <a:lnTo>
                      <a:pt x="29" y="32"/>
                    </a:lnTo>
                    <a:lnTo>
                      <a:pt x="32" y="28"/>
                    </a:lnTo>
                    <a:lnTo>
                      <a:pt x="38" y="25"/>
                    </a:lnTo>
                    <a:lnTo>
                      <a:pt x="43" y="22"/>
                    </a:lnTo>
                    <a:lnTo>
                      <a:pt x="49" y="20"/>
                    </a:lnTo>
                    <a:lnTo>
                      <a:pt x="55" y="18"/>
                    </a:lnTo>
                    <a:lnTo>
                      <a:pt x="62" y="15"/>
                    </a:lnTo>
                    <a:lnTo>
                      <a:pt x="68" y="15"/>
                    </a:lnTo>
                    <a:lnTo>
                      <a:pt x="76" y="13"/>
                    </a:lnTo>
                    <a:lnTo>
                      <a:pt x="84" y="11"/>
                    </a:lnTo>
                    <a:lnTo>
                      <a:pt x="92" y="8"/>
                    </a:lnTo>
                    <a:lnTo>
                      <a:pt x="99" y="6"/>
                    </a:lnTo>
                    <a:lnTo>
                      <a:pt x="107" y="6"/>
                    </a:lnTo>
                    <a:lnTo>
                      <a:pt x="117" y="5"/>
                    </a:lnTo>
                    <a:lnTo>
                      <a:pt x="125" y="5"/>
                    </a:lnTo>
                    <a:lnTo>
                      <a:pt x="132" y="1"/>
                    </a:lnTo>
                    <a:lnTo>
                      <a:pt x="151" y="1"/>
                    </a:lnTo>
                    <a:lnTo>
                      <a:pt x="161" y="0"/>
                    </a:lnTo>
                    <a:lnTo>
                      <a:pt x="217" y="0"/>
                    </a:lnTo>
                    <a:lnTo>
                      <a:pt x="225" y="1"/>
                    </a:lnTo>
                    <a:lnTo>
                      <a:pt x="244" y="1"/>
                    </a:lnTo>
                    <a:lnTo>
                      <a:pt x="253" y="5"/>
                    </a:lnTo>
                    <a:lnTo>
                      <a:pt x="261" y="5"/>
                    </a:lnTo>
                    <a:lnTo>
                      <a:pt x="271" y="6"/>
                    </a:lnTo>
                    <a:lnTo>
                      <a:pt x="279" y="6"/>
                    </a:lnTo>
                    <a:lnTo>
                      <a:pt x="286" y="8"/>
                    </a:lnTo>
                    <a:lnTo>
                      <a:pt x="294" y="11"/>
                    </a:lnTo>
                    <a:lnTo>
                      <a:pt x="301" y="13"/>
                    </a:lnTo>
                    <a:lnTo>
                      <a:pt x="309" y="15"/>
                    </a:lnTo>
                    <a:lnTo>
                      <a:pt x="315" y="15"/>
                    </a:lnTo>
                    <a:lnTo>
                      <a:pt x="323" y="18"/>
                    </a:lnTo>
                    <a:lnTo>
                      <a:pt x="329" y="20"/>
                    </a:lnTo>
                    <a:lnTo>
                      <a:pt x="335" y="22"/>
                    </a:lnTo>
                    <a:lnTo>
                      <a:pt x="340" y="25"/>
                    </a:lnTo>
                    <a:lnTo>
                      <a:pt x="346" y="28"/>
                    </a:lnTo>
                    <a:lnTo>
                      <a:pt x="349" y="32"/>
                    </a:lnTo>
                    <a:lnTo>
                      <a:pt x="356" y="34"/>
                    </a:lnTo>
                    <a:lnTo>
                      <a:pt x="359" y="35"/>
                    </a:lnTo>
                    <a:lnTo>
                      <a:pt x="362" y="39"/>
                    </a:lnTo>
                    <a:lnTo>
                      <a:pt x="367" y="42"/>
                    </a:lnTo>
                    <a:lnTo>
                      <a:pt x="370" y="46"/>
                    </a:lnTo>
                    <a:lnTo>
                      <a:pt x="371" y="47"/>
                    </a:lnTo>
                    <a:lnTo>
                      <a:pt x="373" y="49"/>
                    </a:lnTo>
                    <a:lnTo>
                      <a:pt x="375" y="54"/>
                    </a:lnTo>
                    <a:lnTo>
                      <a:pt x="376" y="56"/>
                    </a:lnTo>
                    <a:lnTo>
                      <a:pt x="378" y="61"/>
                    </a:lnTo>
                    <a:lnTo>
                      <a:pt x="378" y="63"/>
                    </a:lnTo>
                    <a:lnTo>
                      <a:pt x="378" y="66"/>
                    </a:lnTo>
                    <a:lnTo>
                      <a:pt x="378" y="339"/>
                    </a:lnTo>
                    <a:lnTo>
                      <a:pt x="378" y="342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10"/>
              <p:cNvSpPr/>
              <p:nvPr/>
            </p:nvSpPr>
            <p:spPr>
              <a:xfrm>
                <a:off x="2139" y="2926"/>
                <a:ext cx="378" cy="66"/>
              </a:xfrm>
              <a:custGeom>
                <a:rect b="b" l="l" r="r" t="t"/>
                <a:pathLst>
                  <a:path extrusionOk="0" h="66" w="378">
                    <a:moveTo>
                      <a:pt x="0" y="0"/>
                    </a:moveTo>
                    <a:lnTo>
                      <a:pt x="0" y="3"/>
                    </a:lnTo>
                    <a:lnTo>
                      <a:pt x="2" y="6"/>
                    </a:lnTo>
                    <a:lnTo>
                      <a:pt x="3" y="10"/>
                    </a:lnTo>
                    <a:lnTo>
                      <a:pt x="5" y="13"/>
                    </a:lnTo>
                    <a:lnTo>
                      <a:pt x="7" y="17"/>
                    </a:lnTo>
                    <a:lnTo>
                      <a:pt x="8" y="18"/>
                    </a:lnTo>
                    <a:lnTo>
                      <a:pt x="11" y="23"/>
                    </a:lnTo>
                    <a:lnTo>
                      <a:pt x="16" y="25"/>
                    </a:lnTo>
                    <a:lnTo>
                      <a:pt x="19" y="27"/>
                    </a:lnTo>
                    <a:lnTo>
                      <a:pt x="22" y="30"/>
                    </a:lnTo>
                    <a:lnTo>
                      <a:pt x="29" y="34"/>
                    </a:lnTo>
                    <a:lnTo>
                      <a:pt x="32" y="37"/>
                    </a:lnTo>
                    <a:lnTo>
                      <a:pt x="38" y="39"/>
                    </a:lnTo>
                    <a:lnTo>
                      <a:pt x="43" y="40"/>
                    </a:lnTo>
                    <a:lnTo>
                      <a:pt x="49" y="44"/>
                    </a:lnTo>
                    <a:lnTo>
                      <a:pt x="55" y="46"/>
                    </a:lnTo>
                    <a:lnTo>
                      <a:pt x="62" y="47"/>
                    </a:lnTo>
                    <a:lnTo>
                      <a:pt x="68" y="51"/>
                    </a:lnTo>
                    <a:lnTo>
                      <a:pt x="76" y="52"/>
                    </a:lnTo>
                    <a:lnTo>
                      <a:pt x="84" y="54"/>
                    </a:lnTo>
                    <a:lnTo>
                      <a:pt x="92" y="58"/>
                    </a:lnTo>
                    <a:lnTo>
                      <a:pt x="99" y="58"/>
                    </a:lnTo>
                    <a:lnTo>
                      <a:pt x="107" y="59"/>
                    </a:lnTo>
                    <a:lnTo>
                      <a:pt x="117" y="61"/>
                    </a:lnTo>
                    <a:lnTo>
                      <a:pt x="125" y="61"/>
                    </a:lnTo>
                    <a:lnTo>
                      <a:pt x="132" y="64"/>
                    </a:lnTo>
                    <a:lnTo>
                      <a:pt x="151" y="64"/>
                    </a:lnTo>
                    <a:lnTo>
                      <a:pt x="161" y="66"/>
                    </a:lnTo>
                    <a:lnTo>
                      <a:pt x="217" y="66"/>
                    </a:lnTo>
                    <a:lnTo>
                      <a:pt x="225" y="64"/>
                    </a:lnTo>
                    <a:lnTo>
                      <a:pt x="244" y="64"/>
                    </a:lnTo>
                    <a:lnTo>
                      <a:pt x="253" y="61"/>
                    </a:lnTo>
                    <a:lnTo>
                      <a:pt x="261" y="61"/>
                    </a:lnTo>
                    <a:lnTo>
                      <a:pt x="271" y="59"/>
                    </a:lnTo>
                    <a:lnTo>
                      <a:pt x="279" y="58"/>
                    </a:lnTo>
                    <a:lnTo>
                      <a:pt x="286" y="58"/>
                    </a:lnTo>
                    <a:lnTo>
                      <a:pt x="294" y="54"/>
                    </a:lnTo>
                    <a:lnTo>
                      <a:pt x="301" y="52"/>
                    </a:lnTo>
                    <a:lnTo>
                      <a:pt x="309" y="51"/>
                    </a:lnTo>
                    <a:lnTo>
                      <a:pt x="315" y="47"/>
                    </a:lnTo>
                    <a:lnTo>
                      <a:pt x="323" y="46"/>
                    </a:lnTo>
                    <a:lnTo>
                      <a:pt x="329" y="44"/>
                    </a:lnTo>
                    <a:lnTo>
                      <a:pt x="335" y="40"/>
                    </a:lnTo>
                    <a:lnTo>
                      <a:pt x="340" y="39"/>
                    </a:lnTo>
                    <a:lnTo>
                      <a:pt x="346" y="37"/>
                    </a:lnTo>
                    <a:lnTo>
                      <a:pt x="349" y="34"/>
                    </a:lnTo>
                    <a:lnTo>
                      <a:pt x="356" y="30"/>
                    </a:lnTo>
                    <a:lnTo>
                      <a:pt x="359" y="27"/>
                    </a:lnTo>
                    <a:lnTo>
                      <a:pt x="362" y="25"/>
                    </a:lnTo>
                    <a:lnTo>
                      <a:pt x="367" y="23"/>
                    </a:lnTo>
                    <a:lnTo>
                      <a:pt x="370" y="18"/>
                    </a:lnTo>
                    <a:lnTo>
                      <a:pt x="371" y="17"/>
                    </a:lnTo>
                    <a:lnTo>
                      <a:pt x="373" y="13"/>
                    </a:lnTo>
                    <a:lnTo>
                      <a:pt x="375" y="10"/>
                    </a:lnTo>
                    <a:lnTo>
                      <a:pt x="376" y="6"/>
                    </a:lnTo>
                    <a:lnTo>
                      <a:pt x="378" y="3"/>
                    </a:lnTo>
                    <a:lnTo>
                      <a:pt x="378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0" name="Google Shape;320;p10"/>
            <p:cNvSpPr txBox="1"/>
            <p:nvPr/>
          </p:nvSpPr>
          <p:spPr>
            <a:xfrm>
              <a:off x="4107" y="3120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Database</a:t>
              </a:r>
              <a:endParaRPr/>
            </a:p>
          </p:txBody>
        </p:sp>
      </p:grpSp>
      <p:sp>
        <p:nvSpPr>
          <p:cNvPr id="321" name="Google Shape;321;p10"/>
          <p:cNvSpPr/>
          <p:nvPr/>
        </p:nvSpPr>
        <p:spPr>
          <a:xfrm>
            <a:off x="436563" y="1145381"/>
            <a:ext cx="2301875" cy="135374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2" name="Google Shape;322;p10"/>
          <p:cNvGraphicFramePr/>
          <p:nvPr/>
        </p:nvGraphicFramePr>
        <p:xfrm>
          <a:off x="1684338" y="2999184"/>
          <a:ext cx="830263" cy="429816"/>
        </p:xfrm>
        <a:graphic>
          <a:graphicData uri="http://schemas.openxmlformats.org/presentationml/2006/ole">
            <mc:AlternateContent>
              <mc:Choice Requires="v">
                <p:oleObj r:id="rId4" imgH="429816" imgW="830263" progId="MS_ClipArt_Gallery.2" spid="_x0000_s1">
                  <p:embed/>
                </p:oleObj>
              </mc:Choice>
              <mc:Fallback>
                <p:oleObj r:id="rId5" imgH="429816" imgW="830263" progId="MS_ClipArt_Gallery.2">
                  <p:embed/>
                  <p:pic>
                    <p:nvPicPr>
                      <p:cNvPr id="322" name="Google Shape;322;p1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84338" y="2999184"/>
                        <a:ext cx="830263" cy="4298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3" name="Google Shape;323;p10"/>
          <p:cNvGrpSpPr/>
          <p:nvPr/>
        </p:nvGrpSpPr>
        <p:grpSpPr>
          <a:xfrm>
            <a:off x="1219200" y="1200150"/>
            <a:ext cx="1377950" cy="971550"/>
            <a:chOff x="2688" y="3216"/>
            <a:chExt cx="675" cy="576"/>
          </a:xfrm>
        </p:grpSpPr>
        <p:graphicFrame>
          <p:nvGraphicFramePr>
            <p:cNvPr id="324" name="Google Shape;324;p10"/>
            <p:cNvGraphicFramePr/>
            <p:nvPr/>
          </p:nvGraphicFramePr>
          <p:xfrm>
            <a:off x="2688" y="3216"/>
            <a:ext cx="435" cy="384"/>
          </p:xfrm>
          <a:graphic>
            <a:graphicData uri="http://schemas.openxmlformats.org/presentationml/2006/ole">
              <mc:AlternateContent>
                <mc:Choice Requires="v">
                  <p:oleObj r:id="rId7" imgH="384" imgW="435" progId="Paint.Picture" spid="_x0000_s2">
                    <p:embed/>
                  </p:oleObj>
                </mc:Choice>
                <mc:Fallback>
                  <p:oleObj r:id="rId8" imgH="384" imgW="435" progId="Paint.Picture">
                    <p:embed/>
                    <p:pic>
                      <p:nvPicPr>
                        <p:cNvPr id="324" name="Google Shape;324;p10"/>
                        <p:cNvPicPr preferRelativeResize="0"/>
                        <p:nvPr/>
                      </p:nvPicPr>
                      <p:blipFill rotWithShape="1">
                        <a:blip r:embed="rId9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688" y="3216"/>
                          <a:ext cx="435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5" name="Google Shape;325;p10"/>
            <p:cNvGraphicFramePr/>
            <p:nvPr/>
          </p:nvGraphicFramePr>
          <p:xfrm>
            <a:off x="2880" y="3408"/>
            <a:ext cx="483" cy="384"/>
          </p:xfrm>
          <a:graphic>
            <a:graphicData uri="http://schemas.openxmlformats.org/presentationml/2006/ole">
              <mc:AlternateContent>
                <mc:Choice Requires="v">
                  <p:oleObj r:id="rId10" imgH="384" imgW="483" progId="Paint.Picture" spid="_x0000_s3">
                    <p:embed/>
                  </p:oleObj>
                </mc:Choice>
                <mc:Fallback>
                  <p:oleObj r:id="rId11" imgH="384" imgW="483" progId="Paint.Picture">
                    <p:embed/>
                    <p:pic>
                      <p:nvPicPr>
                        <p:cNvPr id="325" name="Google Shape;325;p10"/>
                        <p:cNvPicPr preferRelativeResize="0"/>
                        <p:nvPr/>
                      </p:nvPicPr>
                      <p:blipFill rotWithShape="1">
                        <a:blip r:embed="rId12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880" y="3408"/>
                          <a:ext cx="483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rotWithShape="0" algn="ctr" dir="3806097" dist="28398">
                            <a:schemeClr val="lt2"/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6" name="Google Shape;326;p10"/>
          <p:cNvSpPr txBox="1"/>
          <p:nvPr/>
        </p:nvSpPr>
        <p:spPr>
          <a:xfrm>
            <a:off x="450850" y="2914650"/>
            <a:ext cx="1128900" cy="36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endParaRPr/>
          </a:p>
        </p:txBody>
      </p:sp>
      <p:graphicFrame>
        <p:nvGraphicFramePr>
          <p:cNvPr id="327" name="Google Shape;327;p10"/>
          <p:cNvGraphicFramePr/>
          <p:nvPr/>
        </p:nvGraphicFramePr>
        <p:xfrm>
          <a:off x="1700213" y="3452813"/>
          <a:ext cx="746125" cy="491728"/>
        </p:xfrm>
        <a:graphic>
          <a:graphicData uri="http://schemas.openxmlformats.org/presentationml/2006/ole">
            <mc:AlternateContent>
              <mc:Choice Requires="v">
                <p:oleObj r:id="rId13" imgH="491728" imgW="746125" progId="MS_ClipArt_Gallery.2" spid="_x0000_s4">
                  <p:embed/>
                </p:oleObj>
              </mc:Choice>
              <mc:Fallback>
                <p:oleObj r:id="rId14" imgH="491728" imgW="746125" progId="MS_ClipArt_Gallery.2">
                  <p:embed/>
                  <p:pic>
                    <p:nvPicPr>
                      <p:cNvPr id="327" name="Google Shape;327;p10"/>
                      <p:cNvPicPr preferRelativeResize="0"/>
                      <p:nvPr/>
                    </p:nvPicPr>
                    <p:blipFill rotWithShape="1">
                      <a:blip r:embed="rId1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700213" y="3452813"/>
                        <a:ext cx="746125" cy="4917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" name="Google Shape;328;p10"/>
          <p:cNvSpPr/>
          <p:nvPr/>
        </p:nvSpPr>
        <p:spPr>
          <a:xfrm>
            <a:off x="1460500" y="2514600"/>
            <a:ext cx="279400" cy="400050"/>
          </a:xfrm>
          <a:prstGeom prst="upDownArrow">
            <a:avLst>
              <a:gd fmla="val 50000" name="adj1"/>
              <a:gd fmla="val 3818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1460500" y="4000500"/>
            <a:ext cx="277813" cy="514350"/>
          </a:xfrm>
          <a:prstGeom prst="upDownArrow">
            <a:avLst>
              <a:gd fmla="val 50000" name="adj1"/>
              <a:gd fmla="val 49371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0"/>
          <p:cNvGrpSpPr/>
          <p:nvPr/>
        </p:nvGrpSpPr>
        <p:grpSpPr>
          <a:xfrm>
            <a:off x="380774" y="1114425"/>
            <a:ext cx="1377900" cy="416127"/>
            <a:chOff x="3520" y="840"/>
            <a:chExt cx="632" cy="324"/>
          </a:xfrm>
        </p:grpSpPr>
        <p:sp>
          <p:nvSpPr>
            <p:cNvPr id="331" name="Google Shape;331;p10"/>
            <p:cNvSpPr txBox="1"/>
            <p:nvPr/>
          </p:nvSpPr>
          <p:spPr>
            <a:xfrm>
              <a:off x="3520" y="84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GUI</a:t>
              </a:r>
              <a:endParaRPr/>
            </a:p>
          </p:txBody>
        </p:sp>
        <p:sp>
          <p:nvSpPr>
            <p:cNvPr id="332" name="Google Shape;332;p10"/>
            <p:cNvSpPr/>
            <p:nvPr/>
          </p:nvSpPr>
          <p:spPr>
            <a:xfrm>
              <a:off x="3552" y="864"/>
              <a:ext cx="600" cy="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3" name="Google Shape;333;p10"/>
          <p:cNvSpPr txBox="1"/>
          <p:nvPr/>
        </p:nvSpPr>
        <p:spPr>
          <a:xfrm>
            <a:off x="5715000" y="2686050"/>
            <a:ext cx="21336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Thrown business exceptions</a:t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5456238" y="4512469"/>
            <a:ext cx="2544763" cy="459581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Error Handling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(controlled by DBMS)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5440363" y="3429000"/>
            <a:ext cx="2547938" cy="36195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Error Handling</a:t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5430838" y="2000250"/>
            <a:ext cx="2570163" cy="3429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 layer Error Handling</a:t>
            </a:r>
            <a:endParaRPr/>
          </a:p>
        </p:txBody>
      </p:sp>
      <p:cxnSp>
        <p:nvCxnSpPr>
          <p:cNvPr id="337" name="Google Shape;337;p10"/>
          <p:cNvCxnSpPr/>
          <p:nvPr/>
        </p:nvCxnSpPr>
        <p:spPr>
          <a:xfrm rot="10800000">
            <a:off x="5562600" y="3771900"/>
            <a:ext cx="0" cy="800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10"/>
          <p:cNvSpPr txBox="1"/>
          <p:nvPr/>
        </p:nvSpPr>
        <p:spPr>
          <a:xfrm>
            <a:off x="5715000" y="4114800"/>
            <a:ext cx="2133600" cy="22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error codes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10"/>
          <p:cNvCxnSpPr/>
          <p:nvPr/>
        </p:nvCxnSpPr>
        <p:spPr>
          <a:xfrm rot="10800000">
            <a:off x="5562600" y="2343150"/>
            <a:ext cx="0" cy="114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40" name="Google Shape;340;p1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343400" y="914400"/>
            <a:ext cx="2011363" cy="488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583363" y="946547"/>
            <a:ext cx="1874838" cy="4548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" name="Google Shape;342;p10"/>
          <p:cNvCxnSpPr/>
          <p:nvPr/>
        </p:nvCxnSpPr>
        <p:spPr>
          <a:xfrm rot="10800000">
            <a:off x="5562600" y="1362075"/>
            <a:ext cx="731838" cy="75128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10"/>
          <p:cNvCxnSpPr/>
          <p:nvPr/>
        </p:nvCxnSpPr>
        <p:spPr>
          <a:xfrm flipH="1" rot="10800000">
            <a:off x="7467600" y="1314450"/>
            <a:ext cx="457200" cy="800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4" name="Google Shape;344;p10"/>
          <p:cNvSpPr txBox="1"/>
          <p:nvPr/>
        </p:nvSpPr>
        <p:spPr>
          <a:xfrm>
            <a:off x="5715000" y="1600200"/>
            <a:ext cx="2133600" cy="27384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messages</a:t>
            </a:r>
            <a:endParaRPr/>
          </a:p>
        </p:txBody>
      </p:sp>
      <p:sp>
        <p:nvSpPr>
          <p:cNvPr id="345" name="Google Shape;345;p10"/>
          <p:cNvSpPr txBox="1"/>
          <p:nvPr/>
        </p:nvSpPr>
        <p:spPr>
          <a:xfrm>
            <a:off x="3276600" y="4400550"/>
            <a:ext cx="1905000" cy="3571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errors while executing</a:t>
            </a:r>
            <a:endParaRPr/>
          </a:p>
        </p:txBody>
      </p:sp>
      <p:cxnSp>
        <p:nvCxnSpPr>
          <p:cNvPr id="346" name="Google Shape;346;p10"/>
          <p:cNvCxnSpPr/>
          <p:nvPr/>
        </p:nvCxnSpPr>
        <p:spPr>
          <a:xfrm>
            <a:off x="2286000" y="4876800"/>
            <a:ext cx="3200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10"/>
          <p:cNvSpPr txBox="1"/>
          <p:nvPr/>
        </p:nvSpPr>
        <p:spPr>
          <a:xfrm>
            <a:off x="3238500" y="1752600"/>
            <a:ext cx="1905000" cy="3571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Errors while treating data input</a:t>
            </a:r>
            <a:endParaRPr/>
          </a:p>
        </p:txBody>
      </p:sp>
      <p:cxnSp>
        <p:nvCxnSpPr>
          <p:cNvPr id="348" name="Google Shape;348;p10"/>
          <p:cNvCxnSpPr/>
          <p:nvPr/>
        </p:nvCxnSpPr>
        <p:spPr>
          <a:xfrm>
            <a:off x="2743200" y="2228850"/>
            <a:ext cx="2705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p10"/>
          <p:cNvSpPr txBox="1"/>
          <p:nvPr/>
        </p:nvSpPr>
        <p:spPr>
          <a:xfrm>
            <a:off x="3238500" y="3000375"/>
            <a:ext cx="1905000" cy="7143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Errors while treating in business layer</a:t>
            </a:r>
            <a:endParaRPr/>
          </a:p>
        </p:txBody>
      </p:sp>
      <p:cxnSp>
        <p:nvCxnSpPr>
          <p:cNvPr id="350" name="Google Shape;350;p10"/>
          <p:cNvCxnSpPr/>
          <p:nvPr/>
        </p:nvCxnSpPr>
        <p:spPr>
          <a:xfrm>
            <a:off x="2743200" y="3705225"/>
            <a:ext cx="2705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1" name="Google Shape;351;p10"/>
          <p:cNvSpPr/>
          <p:nvPr/>
        </p:nvSpPr>
        <p:spPr>
          <a:xfrm>
            <a:off x="381000" y="2817150"/>
            <a:ext cx="2286000" cy="1085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2" name="Google Shape;352;p10"/>
          <p:cNvGrpSpPr/>
          <p:nvPr/>
        </p:nvGrpSpPr>
        <p:grpSpPr>
          <a:xfrm>
            <a:off x="7869249" y="2686050"/>
            <a:ext cx="952500" cy="464338"/>
            <a:chOff x="5437" y="2160"/>
            <a:chExt cx="600" cy="390"/>
          </a:xfrm>
        </p:grpSpPr>
        <p:sp>
          <p:nvSpPr>
            <p:cNvPr id="353" name="Google Shape;353;p10"/>
            <p:cNvSpPr/>
            <p:nvPr/>
          </p:nvSpPr>
          <p:spPr>
            <a:xfrm>
              <a:off x="5520" y="2160"/>
              <a:ext cx="384" cy="384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0"/>
            <p:cNvSpPr txBox="1"/>
            <p:nvPr/>
          </p:nvSpPr>
          <p:spPr>
            <a:xfrm>
              <a:off x="5437" y="2250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Log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35891a8042_3_1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35891a8042_3_1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Nội dung</a:t>
            </a:r>
            <a:endParaRPr/>
          </a:p>
        </p:txBody>
      </p:sp>
      <p:sp>
        <p:nvSpPr>
          <p:cNvPr id="361" name="Google Shape;361;g335891a8042_3_1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Introduction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Multi-layer Architecture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❖"/>
            </a:pPr>
            <a:r>
              <a:rPr lang="en-US" sz="2000"/>
              <a:t>Multi-tier Architecture</a:t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35891a8042_3_7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35891a8042_3_7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/>
              <a:t>Multi-tier Architecture</a:t>
            </a:r>
            <a:endParaRPr/>
          </a:p>
        </p:txBody>
      </p:sp>
      <p:sp>
        <p:nvSpPr>
          <p:cNvPr id="368" name="Google Shape;368;g335891a8042_3_7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/>
              <a:t>A 3-tier architecture is a </a:t>
            </a:r>
            <a:r>
              <a:rPr b="1" lang="en-US" sz="1700"/>
              <a:t>physical</a:t>
            </a:r>
            <a:r>
              <a:rPr lang="en-US" sz="1700"/>
              <a:t> separation of concerns, where the system is divided into three distinct tiers, each running on separate hardware or infrastructure. These tiers are typically deployed on different servers or machines.</a:t>
            </a:r>
            <a:endParaRPr sz="17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700"/>
              <a:t>Components</a:t>
            </a:r>
            <a:r>
              <a:rPr lang="en-US" sz="1700"/>
              <a:t>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b="1" lang="en-US" sz="1700"/>
              <a:t>Presentation Tier</a:t>
            </a:r>
            <a:r>
              <a:rPr lang="en-US" sz="1700"/>
              <a:t>: The user interface (UI) or front-end, responsible for interacting with users (e.g., web browsers, mobile apps).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b="1" lang="en-US" sz="1700"/>
              <a:t>Application/Business Logic Tier</a:t>
            </a:r>
            <a:r>
              <a:rPr lang="en-US" sz="1700"/>
              <a:t>: The middle tier, responsible for processing business logic, rules, and workflows (e.g., application servers, APIs).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b="1" lang="en-US" sz="1700"/>
              <a:t>Data Tier</a:t>
            </a:r>
            <a:r>
              <a:rPr lang="en-US" sz="1700"/>
              <a:t>: The back-end, responsible for data storage, retrieval, and management (e.g., databases, file systems).</a:t>
            </a:r>
            <a:endParaRPr sz="1700"/>
          </a:p>
          <a:p>
            <a:pPr indent="-215900" lvl="0" marL="3429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1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1-tier, 3-layer</a:t>
            </a:r>
            <a:endParaRPr/>
          </a:p>
        </p:txBody>
      </p:sp>
      <p:sp>
        <p:nvSpPr>
          <p:cNvPr id="374" name="Google Shape;374;p11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5715000" y="2171700"/>
            <a:ext cx="2514600" cy="514500"/>
          </a:xfrm>
          <a:prstGeom prst="rect">
            <a:avLst/>
          </a:prstGeom>
          <a:gradFill>
            <a:gsLst>
              <a:gs pos="0">
                <a:srgbClr val="66FF33"/>
              </a:gs>
              <a:gs pos="50000">
                <a:srgbClr val="FFFFFF">
                  <a:alpha val="49803"/>
                </a:srgbClr>
              </a:gs>
              <a:gs pos="100000">
                <a:srgbClr val="66FF33"/>
              </a:gs>
            </a:gsLst>
            <a:lin ang="5400000" scaled="0"/>
          </a:gradFill>
          <a:ln cap="flat" cmpd="sng" w="9525">
            <a:solidFill>
              <a:srgbClr val="33CC33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99FF33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762000" y="1143000"/>
            <a:ext cx="7772400" cy="3591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77" name="Google Shape;377;p11"/>
          <p:cNvGrpSpPr/>
          <p:nvPr/>
        </p:nvGrpSpPr>
        <p:grpSpPr>
          <a:xfrm>
            <a:off x="6172200" y="3257550"/>
            <a:ext cx="1295400" cy="486966"/>
            <a:chOff x="2139" y="2863"/>
            <a:chExt cx="378" cy="409"/>
          </a:xfrm>
        </p:grpSpPr>
        <p:sp>
          <p:nvSpPr>
            <p:cNvPr id="378" name="Google Shape;378;p11"/>
            <p:cNvSpPr/>
            <p:nvPr/>
          </p:nvSpPr>
          <p:spPr>
            <a:xfrm>
              <a:off x="2139" y="2863"/>
              <a:ext cx="378" cy="409"/>
            </a:xfrm>
            <a:custGeom>
              <a:rect b="b" l="l" r="r" t="t"/>
              <a:pathLst>
                <a:path extrusionOk="0" h="409" w="378">
                  <a:moveTo>
                    <a:pt x="378" y="342"/>
                  </a:moveTo>
                  <a:lnTo>
                    <a:pt x="378" y="346"/>
                  </a:lnTo>
                  <a:lnTo>
                    <a:pt x="376" y="349"/>
                  </a:lnTo>
                  <a:lnTo>
                    <a:pt x="375" y="352"/>
                  </a:lnTo>
                  <a:lnTo>
                    <a:pt x="373" y="356"/>
                  </a:lnTo>
                  <a:lnTo>
                    <a:pt x="370" y="363"/>
                  </a:lnTo>
                  <a:lnTo>
                    <a:pt x="367" y="366"/>
                  </a:lnTo>
                  <a:lnTo>
                    <a:pt x="362" y="368"/>
                  </a:lnTo>
                  <a:lnTo>
                    <a:pt x="359" y="373"/>
                  </a:lnTo>
                  <a:lnTo>
                    <a:pt x="356" y="375"/>
                  </a:lnTo>
                  <a:lnTo>
                    <a:pt x="349" y="376"/>
                  </a:lnTo>
                  <a:lnTo>
                    <a:pt x="346" y="380"/>
                  </a:lnTo>
                  <a:lnTo>
                    <a:pt x="340" y="381"/>
                  </a:lnTo>
                  <a:lnTo>
                    <a:pt x="335" y="383"/>
                  </a:lnTo>
                  <a:lnTo>
                    <a:pt x="329" y="386"/>
                  </a:lnTo>
                  <a:lnTo>
                    <a:pt x="323" y="390"/>
                  </a:lnTo>
                  <a:lnTo>
                    <a:pt x="315" y="390"/>
                  </a:lnTo>
                  <a:lnTo>
                    <a:pt x="309" y="393"/>
                  </a:lnTo>
                  <a:lnTo>
                    <a:pt x="301" y="395"/>
                  </a:lnTo>
                  <a:lnTo>
                    <a:pt x="294" y="397"/>
                  </a:lnTo>
                  <a:lnTo>
                    <a:pt x="286" y="400"/>
                  </a:lnTo>
                  <a:lnTo>
                    <a:pt x="279" y="400"/>
                  </a:lnTo>
                  <a:lnTo>
                    <a:pt x="271" y="402"/>
                  </a:lnTo>
                  <a:lnTo>
                    <a:pt x="261" y="404"/>
                  </a:lnTo>
                  <a:lnTo>
                    <a:pt x="253" y="404"/>
                  </a:lnTo>
                  <a:lnTo>
                    <a:pt x="244" y="407"/>
                  </a:lnTo>
                  <a:lnTo>
                    <a:pt x="225" y="407"/>
                  </a:lnTo>
                  <a:lnTo>
                    <a:pt x="217" y="409"/>
                  </a:lnTo>
                  <a:lnTo>
                    <a:pt x="161" y="409"/>
                  </a:lnTo>
                  <a:lnTo>
                    <a:pt x="151" y="407"/>
                  </a:lnTo>
                  <a:lnTo>
                    <a:pt x="132" y="407"/>
                  </a:lnTo>
                  <a:lnTo>
                    <a:pt x="125" y="404"/>
                  </a:lnTo>
                  <a:lnTo>
                    <a:pt x="117" y="404"/>
                  </a:lnTo>
                  <a:lnTo>
                    <a:pt x="107" y="402"/>
                  </a:lnTo>
                  <a:lnTo>
                    <a:pt x="99" y="400"/>
                  </a:lnTo>
                  <a:lnTo>
                    <a:pt x="92" y="400"/>
                  </a:lnTo>
                  <a:lnTo>
                    <a:pt x="84" y="397"/>
                  </a:lnTo>
                  <a:lnTo>
                    <a:pt x="76" y="395"/>
                  </a:lnTo>
                  <a:lnTo>
                    <a:pt x="68" y="393"/>
                  </a:lnTo>
                  <a:lnTo>
                    <a:pt x="62" y="390"/>
                  </a:lnTo>
                  <a:lnTo>
                    <a:pt x="55" y="390"/>
                  </a:lnTo>
                  <a:lnTo>
                    <a:pt x="49" y="386"/>
                  </a:lnTo>
                  <a:lnTo>
                    <a:pt x="43" y="383"/>
                  </a:lnTo>
                  <a:lnTo>
                    <a:pt x="38" y="381"/>
                  </a:lnTo>
                  <a:lnTo>
                    <a:pt x="32" y="380"/>
                  </a:lnTo>
                  <a:lnTo>
                    <a:pt x="29" y="376"/>
                  </a:lnTo>
                  <a:lnTo>
                    <a:pt x="22" y="375"/>
                  </a:lnTo>
                  <a:lnTo>
                    <a:pt x="19" y="373"/>
                  </a:lnTo>
                  <a:lnTo>
                    <a:pt x="16" y="368"/>
                  </a:lnTo>
                  <a:lnTo>
                    <a:pt x="11" y="366"/>
                  </a:lnTo>
                  <a:lnTo>
                    <a:pt x="8" y="363"/>
                  </a:lnTo>
                  <a:lnTo>
                    <a:pt x="5" y="356"/>
                  </a:lnTo>
                  <a:lnTo>
                    <a:pt x="3" y="352"/>
                  </a:lnTo>
                  <a:lnTo>
                    <a:pt x="2" y="349"/>
                  </a:lnTo>
                  <a:lnTo>
                    <a:pt x="0" y="346"/>
                  </a:lnTo>
                  <a:lnTo>
                    <a:pt x="0" y="342"/>
                  </a:lnTo>
                  <a:lnTo>
                    <a:pt x="0" y="340"/>
                  </a:lnTo>
                  <a:lnTo>
                    <a:pt x="0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2" y="56"/>
                  </a:lnTo>
                  <a:lnTo>
                    <a:pt x="3" y="54"/>
                  </a:lnTo>
                  <a:lnTo>
                    <a:pt x="5" y="49"/>
                  </a:lnTo>
                  <a:lnTo>
                    <a:pt x="7" y="47"/>
                  </a:lnTo>
                  <a:lnTo>
                    <a:pt x="8" y="46"/>
                  </a:lnTo>
                  <a:lnTo>
                    <a:pt x="11" y="42"/>
                  </a:lnTo>
                  <a:lnTo>
                    <a:pt x="16" y="39"/>
                  </a:lnTo>
                  <a:lnTo>
                    <a:pt x="19" y="35"/>
                  </a:lnTo>
                  <a:lnTo>
                    <a:pt x="22" y="34"/>
                  </a:lnTo>
                  <a:lnTo>
                    <a:pt x="29" y="32"/>
                  </a:lnTo>
                  <a:lnTo>
                    <a:pt x="32" y="28"/>
                  </a:lnTo>
                  <a:lnTo>
                    <a:pt x="38" y="25"/>
                  </a:lnTo>
                  <a:lnTo>
                    <a:pt x="43" y="22"/>
                  </a:lnTo>
                  <a:lnTo>
                    <a:pt x="49" y="20"/>
                  </a:lnTo>
                  <a:lnTo>
                    <a:pt x="55" y="18"/>
                  </a:lnTo>
                  <a:lnTo>
                    <a:pt x="62" y="15"/>
                  </a:lnTo>
                  <a:lnTo>
                    <a:pt x="68" y="15"/>
                  </a:lnTo>
                  <a:lnTo>
                    <a:pt x="76" y="13"/>
                  </a:lnTo>
                  <a:lnTo>
                    <a:pt x="84" y="11"/>
                  </a:lnTo>
                  <a:lnTo>
                    <a:pt x="92" y="8"/>
                  </a:lnTo>
                  <a:lnTo>
                    <a:pt x="99" y="6"/>
                  </a:lnTo>
                  <a:lnTo>
                    <a:pt x="107" y="6"/>
                  </a:lnTo>
                  <a:lnTo>
                    <a:pt x="117" y="5"/>
                  </a:lnTo>
                  <a:lnTo>
                    <a:pt x="125" y="5"/>
                  </a:lnTo>
                  <a:lnTo>
                    <a:pt x="132" y="1"/>
                  </a:lnTo>
                  <a:lnTo>
                    <a:pt x="151" y="1"/>
                  </a:lnTo>
                  <a:lnTo>
                    <a:pt x="161" y="0"/>
                  </a:lnTo>
                  <a:lnTo>
                    <a:pt x="217" y="0"/>
                  </a:lnTo>
                  <a:lnTo>
                    <a:pt x="225" y="1"/>
                  </a:lnTo>
                  <a:lnTo>
                    <a:pt x="244" y="1"/>
                  </a:lnTo>
                  <a:lnTo>
                    <a:pt x="253" y="5"/>
                  </a:lnTo>
                  <a:lnTo>
                    <a:pt x="261" y="5"/>
                  </a:lnTo>
                  <a:lnTo>
                    <a:pt x="271" y="6"/>
                  </a:lnTo>
                  <a:lnTo>
                    <a:pt x="279" y="6"/>
                  </a:lnTo>
                  <a:lnTo>
                    <a:pt x="286" y="8"/>
                  </a:lnTo>
                  <a:lnTo>
                    <a:pt x="294" y="11"/>
                  </a:lnTo>
                  <a:lnTo>
                    <a:pt x="301" y="13"/>
                  </a:lnTo>
                  <a:lnTo>
                    <a:pt x="309" y="15"/>
                  </a:lnTo>
                  <a:lnTo>
                    <a:pt x="315" y="15"/>
                  </a:lnTo>
                  <a:lnTo>
                    <a:pt x="323" y="18"/>
                  </a:lnTo>
                  <a:lnTo>
                    <a:pt x="329" y="20"/>
                  </a:lnTo>
                  <a:lnTo>
                    <a:pt x="335" y="22"/>
                  </a:lnTo>
                  <a:lnTo>
                    <a:pt x="340" y="25"/>
                  </a:lnTo>
                  <a:lnTo>
                    <a:pt x="346" y="28"/>
                  </a:lnTo>
                  <a:lnTo>
                    <a:pt x="349" y="32"/>
                  </a:lnTo>
                  <a:lnTo>
                    <a:pt x="356" y="34"/>
                  </a:lnTo>
                  <a:lnTo>
                    <a:pt x="359" y="35"/>
                  </a:lnTo>
                  <a:lnTo>
                    <a:pt x="362" y="39"/>
                  </a:lnTo>
                  <a:lnTo>
                    <a:pt x="367" y="42"/>
                  </a:lnTo>
                  <a:lnTo>
                    <a:pt x="370" y="46"/>
                  </a:lnTo>
                  <a:lnTo>
                    <a:pt x="371" y="47"/>
                  </a:lnTo>
                  <a:lnTo>
                    <a:pt x="373" y="49"/>
                  </a:lnTo>
                  <a:lnTo>
                    <a:pt x="375" y="54"/>
                  </a:lnTo>
                  <a:lnTo>
                    <a:pt x="376" y="56"/>
                  </a:lnTo>
                  <a:lnTo>
                    <a:pt x="378" y="61"/>
                  </a:lnTo>
                  <a:lnTo>
                    <a:pt x="378" y="63"/>
                  </a:lnTo>
                  <a:lnTo>
                    <a:pt x="378" y="66"/>
                  </a:lnTo>
                  <a:lnTo>
                    <a:pt x="378" y="339"/>
                  </a:lnTo>
                  <a:lnTo>
                    <a:pt x="378" y="34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1"/>
            <p:cNvSpPr/>
            <p:nvPr/>
          </p:nvSpPr>
          <p:spPr>
            <a:xfrm>
              <a:off x="2139" y="2926"/>
              <a:ext cx="378" cy="66"/>
            </a:xfrm>
            <a:custGeom>
              <a:rect b="b" l="l" r="r" t="t"/>
              <a:pathLst>
                <a:path extrusionOk="0" h="66" w="378">
                  <a:moveTo>
                    <a:pt x="0" y="0"/>
                  </a:moveTo>
                  <a:lnTo>
                    <a:pt x="0" y="3"/>
                  </a:lnTo>
                  <a:lnTo>
                    <a:pt x="2" y="6"/>
                  </a:lnTo>
                  <a:lnTo>
                    <a:pt x="3" y="10"/>
                  </a:lnTo>
                  <a:lnTo>
                    <a:pt x="5" y="13"/>
                  </a:lnTo>
                  <a:lnTo>
                    <a:pt x="7" y="17"/>
                  </a:lnTo>
                  <a:lnTo>
                    <a:pt x="8" y="18"/>
                  </a:lnTo>
                  <a:lnTo>
                    <a:pt x="11" y="23"/>
                  </a:lnTo>
                  <a:lnTo>
                    <a:pt x="16" y="25"/>
                  </a:lnTo>
                  <a:lnTo>
                    <a:pt x="19" y="27"/>
                  </a:lnTo>
                  <a:lnTo>
                    <a:pt x="22" y="30"/>
                  </a:lnTo>
                  <a:lnTo>
                    <a:pt x="29" y="34"/>
                  </a:lnTo>
                  <a:lnTo>
                    <a:pt x="32" y="37"/>
                  </a:lnTo>
                  <a:lnTo>
                    <a:pt x="38" y="39"/>
                  </a:lnTo>
                  <a:lnTo>
                    <a:pt x="43" y="40"/>
                  </a:lnTo>
                  <a:lnTo>
                    <a:pt x="49" y="44"/>
                  </a:lnTo>
                  <a:lnTo>
                    <a:pt x="55" y="46"/>
                  </a:lnTo>
                  <a:lnTo>
                    <a:pt x="62" y="47"/>
                  </a:lnTo>
                  <a:lnTo>
                    <a:pt x="68" y="51"/>
                  </a:lnTo>
                  <a:lnTo>
                    <a:pt x="76" y="52"/>
                  </a:lnTo>
                  <a:lnTo>
                    <a:pt x="84" y="54"/>
                  </a:lnTo>
                  <a:lnTo>
                    <a:pt x="92" y="58"/>
                  </a:lnTo>
                  <a:lnTo>
                    <a:pt x="99" y="58"/>
                  </a:lnTo>
                  <a:lnTo>
                    <a:pt x="107" y="59"/>
                  </a:lnTo>
                  <a:lnTo>
                    <a:pt x="117" y="61"/>
                  </a:lnTo>
                  <a:lnTo>
                    <a:pt x="125" y="61"/>
                  </a:lnTo>
                  <a:lnTo>
                    <a:pt x="132" y="64"/>
                  </a:lnTo>
                  <a:lnTo>
                    <a:pt x="151" y="64"/>
                  </a:lnTo>
                  <a:lnTo>
                    <a:pt x="161" y="66"/>
                  </a:lnTo>
                  <a:lnTo>
                    <a:pt x="217" y="66"/>
                  </a:lnTo>
                  <a:lnTo>
                    <a:pt x="225" y="64"/>
                  </a:lnTo>
                  <a:lnTo>
                    <a:pt x="244" y="64"/>
                  </a:lnTo>
                  <a:lnTo>
                    <a:pt x="253" y="61"/>
                  </a:lnTo>
                  <a:lnTo>
                    <a:pt x="261" y="61"/>
                  </a:lnTo>
                  <a:lnTo>
                    <a:pt x="271" y="59"/>
                  </a:lnTo>
                  <a:lnTo>
                    <a:pt x="279" y="58"/>
                  </a:lnTo>
                  <a:lnTo>
                    <a:pt x="286" y="58"/>
                  </a:lnTo>
                  <a:lnTo>
                    <a:pt x="294" y="54"/>
                  </a:lnTo>
                  <a:lnTo>
                    <a:pt x="301" y="52"/>
                  </a:lnTo>
                  <a:lnTo>
                    <a:pt x="309" y="51"/>
                  </a:lnTo>
                  <a:lnTo>
                    <a:pt x="315" y="47"/>
                  </a:lnTo>
                  <a:lnTo>
                    <a:pt x="323" y="46"/>
                  </a:lnTo>
                  <a:lnTo>
                    <a:pt x="329" y="44"/>
                  </a:lnTo>
                  <a:lnTo>
                    <a:pt x="335" y="40"/>
                  </a:lnTo>
                  <a:lnTo>
                    <a:pt x="340" y="39"/>
                  </a:lnTo>
                  <a:lnTo>
                    <a:pt x="346" y="37"/>
                  </a:lnTo>
                  <a:lnTo>
                    <a:pt x="349" y="34"/>
                  </a:lnTo>
                  <a:lnTo>
                    <a:pt x="356" y="30"/>
                  </a:lnTo>
                  <a:lnTo>
                    <a:pt x="359" y="27"/>
                  </a:lnTo>
                  <a:lnTo>
                    <a:pt x="362" y="25"/>
                  </a:lnTo>
                  <a:lnTo>
                    <a:pt x="367" y="23"/>
                  </a:lnTo>
                  <a:lnTo>
                    <a:pt x="370" y="18"/>
                  </a:lnTo>
                  <a:lnTo>
                    <a:pt x="371" y="17"/>
                  </a:lnTo>
                  <a:lnTo>
                    <a:pt x="373" y="13"/>
                  </a:lnTo>
                  <a:lnTo>
                    <a:pt x="375" y="10"/>
                  </a:lnTo>
                  <a:lnTo>
                    <a:pt x="376" y="6"/>
                  </a:lnTo>
                  <a:lnTo>
                    <a:pt x="378" y="3"/>
                  </a:lnTo>
                  <a:lnTo>
                    <a:pt x="378" y="0"/>
                  </a:lnTo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0" name="Google Shape;380;p11"/>
          <p:cNvSpPr txBox="1"/>
          <p:nvPr/>
        </p:nvSpPr>
        <p:spPr>
          <a:xfrm>
            <a:off x="6546850" y="3429000"/>
            <a:ext cx="76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Data</a:t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5715000" y="1600200"/>
            <a:ext cx="2514600" cy="571500"/>
          </a:xfrm>
          <a:prstGeom prst="rect">
            <a:avLst/>
          </a:prstGeom>
          <a:gradFill>
            <a:gsLst>
              <a:gs pos="0">
                <a:srgbClr val="0066FF">
                  <a:alpha val="49803"/>
                </a:srgbClr>
              </a:gs>
              <a:gs pos="50000">
                <a:srgbClr val="FFFFFF">
                  <a:alpha val="49803"/>
                </a:srgbClr>
              </a:gs>
              <a:gs pos="100000">
                <a:srgbClr val="0066FF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rgbClr val="0066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0066FF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2" name="Google Shape;382;p11"/>
          <p:cNvGraphicFramePr/>
          <p:nvPr/>
        </p:nvGraphicFramePr>
        <p:xfrm>
          <a:off x="7391400" y="2228850"/>
          <a:ext cx="571500" cy="400049"/>
        </p:xfrm>
        <a:graphic>
          <a:graphicData uri="http://schemas.openxmlformats.org/presentationml/2006/ole">
            <mc:AlternateContent>
              <mc:Choice Requires="v">
                <p:oleObj r:id="rId4" imgH="400049" imgW="571500" progId="MS_ClipArt_Gallery.2" spid="_x0000_s1">
                  <p:embed/>
                </p:oleObj>
              </mc:Choice>
              <mc:Fallback>
                <p:oleObj r:id="rId5" imgH="400049" imgW="571500" progId="MS_ClipArt_Gallery.2">
                  <p:embed/>
                  <p:pic>
                    <p:nvPicPr>
                      <p:cNvPr id="382" name="Google Shape;382;p1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391400" y="2228850"/>
                        <a:ext cx="571500" cy="4000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3" name="Google Shape;383;p11"/>
          <p:cNvGrpSpPr/>
          <p:nvPr/>
        </p:nvGrpSpPr>
        <p:grpSpPr>
          <a:xfrm>
            <a:off x="7239000" y="1657350"/>
            <a:ext cx="914400" cy="457200"/>
            <a:chOff x="2688" y="3216"/>
            <a:chExt cx="675" cy="576"/>
          </a:xfrm>
        </p:grpSpPr>
        <p:graphicFrame>
          <p:nvGraphicFramePr>
            <p:cNvPr id="384" name="Google Shape;384;p11"/>
            <p:cNvGraphicFramePr/>
            <p:nvPr/>
          </p:nvGraphicFramePr>
          <p:xfrm>
            <a:off x="2688" y="3216"/>
            <a:ext cx="435" cy="384"/>
          </p:xfrm>
          <a:graphic>
            <a:graphicData uri="http://schemas.openxmlformats.org/presentationml/2006/ole">
              <mc:AlternateContent>
                <mc:Choice Requires="v">
                  <p:oleObj r:id="rId7" imgH="384" imgW="435" progId="Paint.Picture" spid="_x0000_s2">
                    <p:embed/>
                  </p:oleObj>
                </mc:Choice>
                <mc:Fallback>
                  <p:oleObj r:id="rId8" imgH="384" imgW="435" progId="Paint.Picture">
                    <p:embed/>
                    <p:pic>
                      <p:nvPicPr>
                        <p:cNvPr id="384" name="Google Shape;384;p11"/>
                        <p:cNvPicPr preferRelativeResize="0"/>
                        <p:nvPr/>
                      </p:nvPicPr>
                      <p:blipFill rotWithShape="1">
                        <a:blip r:embed="rId9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688" y="3216"/>
                          <a:ext cx="435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5" name="Google Shape;385;p11"/>
            <p:cNvGraphicFramePr/>
            <p:nvPr/>
          </p:nvGraphicFramePr>
          <p:xfrm>
            <a:off x="2880" y="3408"/>
            <a:ext cx="483" cy="384"/>
          </p:xfrm>
          <a:graphic>
            <a:graphicData uri="http://schemas.openxmlformats.org/presentationml/2006/ole">
              <mc:AlternateContent>
                <mc:Choice Requires="v">
                  <p:oleObj r:id="rId10" imgH="384" imgW="483" progId="Paint.Picture" spid="_x0000_s3">
                    <p:embed/>
                  </p:oleObj>
                </mc:Choice>
                <mc:Fallback>
                  <p:oleObj r:id="rId11" imgH="384" imgW="483" progId="Paint.Picture">
                    <p:embed/>
                    <p:pic>
                      <p:nvPicPr>
                        <p:cNvPr id="385" name="Google Shape;385;p11"/>
                        <p:cNvPicPr preferRelativeResize="0"/>
                        <p:nvPr/>
                      </p:nvPicPr>
                      <p:blipFill rotWithShape="1">
                        <a:blip r:embed="rId12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880" y="3408"/>
                          <a:ext cx="483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rotWithShape="0" algn="ctr" dir="3806097" dist="28398">
                            <a:schemeClr val="lt2"/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6" name="Google Shape;386;p11"/>
          <p:cNvSpPr txBox="1"/>
          <p:nvPr/>
        </p:nvSpPr>
        <p:spPr>
          <a:xfrm>
            <a:off x="5791200" y="1782366"/>
            <a:ext cx="59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GUI</a:t>
            </a:r>
            <a:endParaRPr/>
          </a:p>
        </p:txBody>
      </p:sp>
      <p:sp>
        <p:nvSpPr>
          <p:cNvPr id="387" name="Google Shape;387;p11"/>
          <p:cNvSpPr txBox="1"/>
          <p:nvPr/>
        </p:nvSpPr>
        <p:spPr>
          <a:xfrm>
            <a:off x="5791200" y="2286000"/>
            <a:ext cx="164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Business logic</a:t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5715000" y="2686050"/>
            <a:ext cx="2514600" cy="514500"/>
          </a:xfrm>
          <a:prstGeom prst="rect">
            <a:avLst/>
          </a:prstGeom>
          <a:gradFill>
            <a:gsLst>
              <a:gs pos="0">
                <a:srgbClr val="FF66CC"/>
              </a:gs>
              <a:gs pos="50000">
                <a:schemeClr val="lt1"/>
              </a:gs>
              <a:gs pos="100000">
                <a:srgbClr val="FF66CC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1"/>
          <p:cNvSpPr txBox="1"/>
          <p:nvPr/>
        </p:nvSpPr>
        <p:spPr>
          <a:xfrm>
            <a:off x="5791200" y="2800350"/>
            <a:ext cx="167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Data Access</a:t>
            </a:r>
            <a:endParaRPr/>
          </a:p>
        </p:txBody>
      </p:sp>
      <p:graphicFrame>
        <p:nvGraphicFramePr>
          <p:cNvPr id="390" name="Google Shape;390;p11"/>
          <p:cNvGraphicFramePr/>
          <p:nvPr/>
        </p:nvGraphicFramePr>
        <p:xfrm>
          <a:off x="7467600" y="2714625"/>
          <a:ext cx="514349" cy="457199"/>
        </p:xfrm>
        <a:graphic>
          <a:graphicData uri="http://schemas.openxmlformats.org/presentationml/2006/ole">
            <mc:AlternateContent>
              <mc:Choice Requires="v">
                <p:oleObj r:id="rId13" imgH="457199" imgW="514349" progId="MS_ClipArt_Gallery.2" spid="_x0000_s4">
                  <p:embed/>
                </p:oleObj>
              </mc:Choice>
              <mc:Fallback>
                <p:oleObj r:id="rId14" imgH="457199" imgW="514349" progId="MS_ClipArt_Gallery.2">
                  <p:embed/>
                  <p:pic>
                    <p:nvPicPr>
                      <p:cNvPr id="390" name="Google Shape;390;p11"/>
                      <p:cNvPicPr preferRelativeResize="0"/>
                      <p:nvPr/>
                    </p:nvPicPr>
                    <p:blipFill rotWithShape="1">
                      <a:blip r:embed="rId1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467600" y="2714625"/>
                        <a:ext cx="514349" cy="457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" name="Google Shape;391;p11"/>
          <p:cNvSpPr/>
          <p:nvPr/>
        </p:nvSpPr>
        <p:spPr>
          <a:xfrm>
            <a:off x="1143000" y="1600200"/>
            <a:ext cx="3733800" cy="2171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1"/>
          <p:cNvSpPr txBox="1"/>
          <p:nvPr/>
        </p:nvSpPr>
        <p:spPr>
          <a:xfrm>
            <a:off x="2057400" y="2228850"/>
            <a:ext cx="209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Application + Data</a:t>
            </a:r>
            <a:endParaRPr/>
          </a:p>
        </p:txBody>
      </p:sp>
      <p:graphicFrame>
        <p:nvGraphicFramePr>
          <p:cNvPr id="393" name="Google Shape;393;p11"/>
          <p:cNvGraphicFramePr/>
          <p:nvPr/>
        </p:nvGraphicFramePr>
        <p:xfrm>
          <a:off x="2479675" y="2574131"/>
          <a:ext cx="769144" cy="540544"/>
        </p:xfrm>
        <a:graphic>
          <a:graphicData uri="http://schemas.openxmlformats.org/presentationml/2006/ole">
            <mc:AlternateContent>
              <mc:Choice Requires="v">
                <p:oleObj r:id="rId16" imgH="540544" imgW="769144" progId="MS_ClipArt_Gallery.2" spid="_x0000_s5">
                  <p:embed/>
                </p:oleObj>
              </mc:Choice>
              <mc:Fallback>
                <p:oleObj r:id="rId17" imgH="540544" imgW="769144" progId="MS_ClipArt_Gallery.2">
                  <p:embed/>
                  <p:pic>
                    <p:nvPicPr>
                      <p:cNvPr id="393" name="Google Shape;393;p11"/>
                      <p:cNvPicPr preferRelativeResize="0"/>
                      <p:nvPr/>
                    </p:nvPicPr>
                    <p:blipFill rotWithShape="1">
                      <a:blip r:embed="rId1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479675" y="2574131"/>
                        <a:ext cx="769144" cy="5405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4" name="Google Shape;394;p11"/>
          <p:cNvCxnSpPr/>
          <p:nvPr/>
        </p:nvCxnSpPr>
        <p:spPr>
          <a:xfrm>
            <a:off x="5334000" y="1143000"/>
            <a:ext cx="0" cy="360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5" name="Google Shape;395;p11"/>
          <p:cNvSpPr txBox="1"/>
          <p:nvPr/>
        </p:nvSpPr>
        <p:spPr>
          <a:xfrm>
            <a:off x="990600" y="1181100"/>
            <a:ext cx="213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view</a:t>
            </a: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5715000" y="3217075"/>
            <a:ext cx="2514600" cy="571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1"/>
          <p:cNvSpPr txBox="1"/>
          <p:nvPr/>
        </p:nvSpPr>
        <p:spPr>
          <a:xfrm>
            <a:off x="5638800" y="1181100"/>
            <a:ext cx="243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 view</a:t>
            </a: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6705600" y="3086100"/>
            <a:ext cx="304800" cy="285900"/>
          </a:xfrm>
          <a:prstGeom prst="upDownArrow">
            <a:avLst>
              <a:gd fmla="val 50000" name="adj1"/>
              <a:gd fmla="val 25000" name="adj2"/>
            </a:avLst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2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5715000" y="2686050"/>
            <a:ext cx="2514600" cy="514500"/>
          </a:xfrm>
          <a:prstGeom prst="rect">
            <a:avLst/>
          </a:prstGeom>
          <a:gradFill>
            <a:gsLst>
              <a:gs pos="0">
                <a:srgbClr val="FF66CC"/>
              </a:gs>
              <a:gs pos="50000">
                <a:schemeClr val="lt1"/>
              </a:gs>
              <a:gs pos="100000">
                <a:srgbClr val="FF66CC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5715000" y="2171700"/>
            <a:ext cx="2514600" cy="514500"/>
          </a:xfrm>
          <a:prstGeom prst="rect">
            <a:avLst/>
          </a:prstGeom>
          <a:gradFill>
            <a:gsLst>
              <a:gs pos="0">
                <a:srgbClr val="66FF33"/>
              </a:gs>
              <a:gs pos="50000">
                <a:srgbClr val="FFFFFF">
                  <a:alpha val="49803"/>
                </a:srgbClr>
              </a:gs>
              <a:gs pos="100000">
                <a:srgbClr val="66FF33"/>
              </a:gs>
            </a:gsLst>
            <a:lin ang="5400000" scaled="0"/>
          </a:gradFill>
          <a:ln cap="flat" cmpd="sng" w="9525">
            <a:solidFill>
              <a:srgbClr val="33CC33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99FF33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5715000" y="1600200"/>
            <a:ext cx="2514600" cy="571500"/>
          </a:xfrm>
          <a:prstGeom prst="rect">
            <a:avLst/>
          </a:prstGeom>
          <a:gradFill>
            <a:gsLst>
              <a:gs pos="0">
                <a:srgbClr val="0066FF">
                  <a:alpha val="49803"/>
                </a:srgbClr>
              </a:gs>
              <a:gs pos="50000">
                <a:srgbClr val="FFFFFF">
                  <a:alpha val="49803"/>
                </a:srgbClr>
              </a:gs>
              <a:gs pos="100000">
                <a:srgbClr val="0066FF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rgbClr val="0066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0066FF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2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2-tier, 3-layer</a:t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762000" y="1143000"/>
            <a:ext cx="7772400" cy="3591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09" name="Google Shape;409;p12"/>
          <p:cNvGrpSpPr/>
          <p:nvPr/>
        </p:nvGrpSpPr>
        <p:grpSpPr>
          <a:xfrm>
            <a:off x="6197600" y="3970735"/>
            <a:ext cx="1295400" cy="486965"/>
            <a:chOff x="2139" y="2863"/>
            <a:chExt cx="378" cy="409"/>
          </a:xfrm>
        </p:grpSpPr>
        <p:sp>
          <p:nvSpPr>
            <p:cNvPr id="410" name="Google Shape;410;p12"/>
            <p:cNvSpPr/>
            <p:nvPr/>
          </p:nvSpPr>
          <p:spPr>
            <a:xfrm>
              <a:off x="2139" y="2863"/>
              <a:ext cx="378" cy="409"/>
            </a:xfrm>
            <a:custGeom>
              <a:rect b="b" l="l" r="r" t="t"/>
              <a:pathLst>
                <a:path extrusionOk="0" h="409" w="378">
                  <a:moveTo>
                    <a:pt x="378" y="342"/>
                  </a:moveTo>
                  <a:lnTo>
                    <a:pt x="378" y="346"/>
                  </a:lnTo>
                  <a:lnTo>
                    <a:pt x="376" y="349"/>
                  </a:lnTo>
                  <a:lnTo>
                    <a:pt x="375" y="352"/>
                  </a:lnTo>
                  <a:lnTo>
                    <a:pt x="373" y="356"/>
                  </a:lnTo>
                  <a:lnTo>
                    <a:pt x="370" y="363"/>
                  </a:lnTo>
                  <a:lnTo>
                    <a:pt x="367" y="366"/>
                  </a:lnTo>
                  <a:lnTo>
                    <a:pt x="362" y="368"/>
                  </a:lnTo>
                  <a:lnTo>
                    <a:pt x="359" y="373"/>
                  </a:lnTo>
                  <a:lnTo>
                    <a:pt x="356" y="375"/>
                  </a:lnTo>
                  <a:lnTo>
                    <a:pt x="349" y="376"/>
                  </a:lnTo>
                  <a:lnTo>
                    <a:pt x="346" y="380"/>
                  </a:lnTo>
                  <a:lnTo>
                    <a:pt x="340" y="381"/>
                  </a:lnTo>
                  <a:lnTo>
                    <a:pt x="335" y="383"/>
                  </a:lnTo>
                  <a:lnTo>
                    <a:pt x="329" y="386"/>
                  </a:lnTo>
                  <a:lnTo>
                    <a:pt x="323" y="390"/>
                  </a:lnTo>
                  <a:lnTo>
                    <a:pt x="315" y="390"/>
                  </a:lnTo>
                  <a:lnTo>
                    <a:pt x="309" y="393"/>
                  </a:lnTo>
                  <a:lnTo>
                    <a:pt x="301" y="395"/>
                  </a:lnTo>
                  <a:lnTo>
                    <a:pt x="294" y="397"/>
                  </a:lnTo>
                  <a:lnTo>
                    <a:pt x="286" y="400"/>
                  </a:lnTo>
                  <a:lnTo>
                    <a:pt x="279" y="400"/>
                  </a:lnTo>
                  <a:lnTo>
                    <a:pt x="271" y="402"/>
                  </a:lnTo>
                  <a:lnTo>
                    <a:pt x="261" y="404"/>
                  </a:lnTo>
                  <a:lnTo>
                    <a:pt x="253" y="404"/>
                  </a:lnTo>
                  <a:lnTo>
                    <a:pt x="244" y="407"/>
                  </a:lnTo>
                  <a:lnTo>
                    <a:pt x="225" y="407"/>
                  </a:lnTo>
                  <a:lnTo>
                    <a:pt x="217" y="409"/>
                  </a:lnTo>
                  <a:lnTo>
                    <a:pt x="161" y="409"/>
                  </a:lnTo>
                  <a:lnTo>
                    <a:pt x="151" y="407"/>
                  </a:lnTo>
                  <a:lnTo>
                    <a:pt x="132" y="407"/>
                  </a:lnTo>
                  <a:lnTo>
                    <a:pt x="125" y="404"/>
                  </a:lnTo>
                  <a:lnTo>
                    <a:pt x="117" y="404"/>
                  </a:lnTo>
                  <a:lnTo>
                    <a:pt x="107" y="402"/>
                  </a:lnTo>
                  <a:lnTo>
                    <a:pt x="99" y="400"/>
                  </a:lnTo>
                  <a:lnTo>
                    <a:pt x="92" y="400"/>
                  </a:lnTo>
                  <a:lnTo>
                    <a:pt x="84" y="397"/>
                  </a:lnTo>
                  <a:lnTo>
                    <a:pt x="76" y="395"/>
                  </a:lnTo>
                  <a:lnTo>
                    <a:pt x="68" y="393"/>
                  </a:lnTo>
                  <a:lnTo>
                    <a:pt x="62" y="390"/>
                  </a:lnTo>
                  <a:lnTo>
                    <a:pt x="55" y="390"/>
                  </a:lnTo>
                  <a:lnTo>
                    <a:pt x="49" y="386"/>
                  </a:lnTo>
                  <a:lnTo>
                    <a:pt x="43" y="383"/>
                  </a:lnTo>
                  <a:lnTo>
                    <a:pt x="38" y="381"/>
                  </a:lnTo>
                  <a:lnTo>
                    <a:pt x="32" y="380"/>
                  </a:lnTo>
                  <a:lnTo>
                    <a:pt x="29" y="376"/>
                  </a:lnTo>
                  <a:lnTo>
                    <a:pt x="22" y="375"/>
                  </a:lnTo>
                  <a:lnTo>
                    <a:pt x="19" y="373"/>
                  </a:lnTo>
                  <a:lnTo>
                    <a:pt x="16" y="368"/>
                  </a:lnTo>
                  <a:lnTo>
                    <a:pt x="11" y="366"/>
                  </a:lnTo>
                  <a:lnTo>
                    <a:pt x="8" y="363"/>
                  </a:lnTo>
                  <a:lnTo>
                    <a:pt x="5" y="356"/>
                  </a:lnTo>
                  <a:lnTo>
                    <a:pt x="3" y="352"/>
                  </a:lnTo>
                  <a:lnTo>
                    <a:pt x="2" y="349"/>
                  </a:lnTo>
                  <a:lnTo>
                    <a:pt x="0" y="346"/>
                  </a:lnTo>
                  <a:lnTo>
                    <a:pt x="0" y="342"/>
                  </a:lnTo>
                  <a:lnTo>
                    <a:pt x="0" y="340"/>
                  </a:lnTo>
                  <a:lnTo>
                    <a:pt x="0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2" y="56"/>
                  </a:lnTo>
                  <a:lnTo>
                    <a:pt x="3" y="54"/>
                  </a:lnTo>
                  <a:lnTo>
                    <a:pt x="5" y="49"/>
                  </a:lnTo>
                  <a:lnTo>
                    <a:pt x="7" y="47"/>
                  </a:lnTo>
                  <a:lnTo>
                    <a:pt x="8" y="46"/>
                  </a:lnTo>
                  <a:lnTo>
                    <a:pt x="11" y="42"/>
                  </a:lnTo>
                  <a:lnTo>
                    <a:pt x="16" y="39"/>
                  </a:lnTo>
                  <a:lnTo>
                    <a:pt x="19" y="35"/>
                  </a:lnTo>
                  <a:lnTo>
                    <a:pt x="22" y="34"/>
                  </a:lnTo>
                  <a:lnTo>
                    <a:pt x="29" y="32"/>
                  </a:lnTo>
                  <a:lnTo>
                    <a:pt x="32" y="28"/>
                  </a:lnTo>
                  <a:lnTo>
                    <a:pt x="38" y="25"/>
                  </a:lnTo>
                  <a:lnTo>
                    <a:pt x="43" y="22"/>
                  </a:lnTo>
                  <a:lnTo>
                    <a:pt x="49" y="20"/>
                  </a:lnTo>
                  <a:lnTo>
                    <a:pt x="55" y="18"/>
                  </a:lnTo>
                  <a:lnTo>
                    <a:pt x="62" y="15"/>
                  </a:lnTo>
                  <a:lnTo>
                    <a:pt x="68" y="15"/>
                  </a:lnTo>
                  <a:lnTo>
                    <a:pt x="76" y="13"/>
                  </a:lnTo>
                  <a:lnTo>
                    <a:pt x="84" y="11"/>
                  </a:lnTo>
                  <a:lnTo>
                    <a:pt x="92" y="8"/>
                  </a:lnTo>
                  <a:lnTo>
                    <a:pt x="99" y="6"/>
                  </a:lnTo>
                  <a:lnTo>
                    <a:pt x="107" y="6"/>
                  </a:lnTo>
                  <a:lnTo>
                    <a:pt x="117" y="5"/>
                  </a:lnTo>
                  <a:lnTo>
                    <a:pt x="125" y="5"/>
                  </a:lnTo>
                  <a:lnTo>
                    <a:pt x="132" y="1"/>
                  </a:lnTo>
                  <a:lnTo>
                    <a:pt x="151" y="1"/>
                  </a:lnTo>
                  <a:lnTo>
                    <a:pt x="161" y="0"/>
                  </a:lnTo>
                  <a:lnTo>
                    <a:pt x="217" y="0"/>
                  </a:lnTo>
                  <a:lnTo>
                    <a:pt x="225" y="1"/>
                  </a:lnTo>
                  <a:lnTo>
                    <a:pt x="244" y="1"/>
                  </a:lnTo>
                  <a:lnTo>
                    <a:pt x="253" y="5"/>
                  </a:lnTo>
                  <a:lnTo>
                    <a:pt x="261" y="5"/>
                  </a:lnTo>
                  <a:lnTo>
                    <a:pt x="271" y="6"/>
                  </a:lnTo>
                  <a:lnTo>
                    <a:pt x="279" y="6"/>
                  </a:lnTo>
                  <a:lnTo>
                    <a:pt x="286" y="8"/>
                  </a:lnTo>
                  <a:lnTo>
                    <a:pt x="294" y="11"/>
                  </a:lnTo>
                  <a:lnTo>
                    <a:pt x="301" y="13"/>
                  </a:lnTo>
                  <a:lnTo>
                    <a:pt x="309" y="15"/>
                  </a:lnTo>
                  <a:lnTo>
                    <a:pt x="315" y="15"/>
                  </a:lnTo>
                  <a:lnTo>
                    <a:pt x="323" y="18"/>
                  </a:lnTo>
                  <a:lnTo>
                    <a:pt x="329" y="20"/>
                  </a:lnTo>
                  <a:lnTo>
                    <a:pt x="335" y="22"/>
                  </a:lnTo>
                  <a:lnTo>
                    <a:pt x="340" y="25"/>
                  </a:lnTo>
                  <a:lnTo>
                    <a:pt x="346" y="28"/>
                  </a:lnTo>
                  <a:lnTo>
                    <a:pt x="349" y="32"/>
                  </a:lnTo>
                  <a:lnTo>
                    <a:pt x="356" y="34"/>
                  </a:lnTo>
                  <a:lnTo>
                    <a:pt x="359" y="35"/>
                  </a:lnTo>
                  <a:lnTo>
                    <a:pt x="362" y="39"/>
                  </a:lnTo>
                  <a:lnTo>
                    <a:pt x="367" y="42"/>
                  </a:lnTo>
                  <a:lnTo>
                    <a:pt x="370" y="46"/>
                  </a:lnTo>
                  <a:lnTo>
                    <a:pt x="371" y="47"/>
                  </a:lnTo>
                  <a:lnTo>
                    <a:pt x="373" y="49"/>
                  </a:lnTo>
                  <a:lnTo>
                    <a:pt x="375" y="54"/>
                  </a:lnTo>
                  <a:lnTo>
                    <a:pt x="376" y="56"/>
                  </a:lnTo>
                  <a:lnTo>
                    <a:pt x="378" y="61"/>
                  </a:lnTo>
                  <a:lnTo>
                    <a:pt x="378" y="63"/>
                  </a:lnTo>
                  <a:lnTo>
                    <a:pt x="378" y="66"/>
                  </a:lnTo>
                  <a:lnTo>
                    <a:pt x="378" y="339"/>
                  </a:lnTo>
                  <a:lnTo>
                    <a:pt x="378" y="34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2"/>
            <p:cNvSpPr/>
            <p:nvPr/>
          </p:nvSpPr>
          <p:spPr>
            <a:xfrm>
              <a:off x="2139" y="2926"/>
              <a:ext cx="378" cy="66"/>
            </a:xfrm>
            <a:custGeom>
              <a:rect b="b" l="l" r="r" t="t"/>
              <a:pathLst>
                <a:path extrusionOk="0" h="66" w="378">
                  <a:moveTo>
                    <a:pt x="0" y="0"/>
                  </a:moveTo>
                  <a:lnTo>
                    <a:pt x="0" y="3"/>
                  </a:lnTo>
                  <a:lnTo>
                    <a:pt x="2" y="6"/>
                  </a:lnTo>
                  <a:lnTo>
                    <a:pt x="3" y="10"/>
                  </a:lnTo>
                  <a:lnTo>
                    <a:pt x="5" y="13"/>
                  </a:lnTo>
                  <a:lnTo>
                    <a:pt x="7" y="17"/>
                  </a:lnTo>
                  <a:lnTo>
                    <a:pt x="8" y="18"/>
                  </a:lnTo>
                  <a:lnTo>
                    <a:pt x="11" y="23"/>
                  </a:lnTo>
                  <a:lnTo>
                    <a:pt x="16" y="25"/>
                  </a:lnTo>
                  <a:lnTo>
                    <a:pt x="19" y="27"/>
                  </a:lnTo>
                  <a:lnTo>
                    <a:pt x="22" y="30"/>
                  </a:lnTo>
                  <a:lnTo>
                    <a:pt x="29" y="34"/>
                  </a:lnTo>
                  <a:lnTo>
                    <a:pt x="32" y="37"/>
                  </a:lnTo>
                  <a:lnTo>
                    <a:pt x="38" y="39"/>
                  </a:lnTo>
                  <a:lnTo>
                    <a:pt x="43" y="40"/>
                  </a:lnTo>
                  <a:lnTo>
                    <a:pt x="49" y="44"/>
                  </a:lnTo>
                  <a:lnTo>
                    <a:pt x="55" y="46"/>
                  </a:lnTo>
                  <a:lnTo>
                    <a:pt x="62" y="47"/>
                  </a:lnTo>
                  <a:lnTo>
                    <a:pt x="68" y="51"/>
                  </a:lnTo>
                  <a:lnTo>
                    <a:pt x="76" y="52"/>
                  </a:lnTo>
                  <a:lnTo>
                    <a:pt x="84" y="54"/>
                  </a:lnTo>
                  <a:lnTo>
                    <a:pt x="92" y="58"/>
                  </a:lnTo>
                  <a:lnTo>
                    <a:pt x="99" y="58"/>
                  </a:lnTo>
                  <a:lnTo>
                    <a:pt x="107" y="59"/>
                  </a:lnTo>
                  <a:lnTo>
                    <a:pt x="117" y="61"/>
                  </a:lnTo>
                  <a:lnTo>
                    <a:pt x="125" y="61"/>
                  </a:lnTo>
                  <a:lnTo>
                    <a:pt x="132" y="64"/>
                  </a:lnTo>
                  <a:lnTo>
                    <a:pt x="151" y="64"/>
                  </a:lnTo>
                  <a:lnTo>
                    <a:pt x="161" y="66"/>
                  </a:lnTo>
                  <a:lnTo>
                    <a:pt x="217" y="66"/>
                  </a:lnTo>
                  <a:lnTo>
                    <a:pt x="225" y="64"/>
                  </a:lnTo>
                  <a:lnTo>
                    <a:pt x="244" y="64"/>
                  </a:lnTo>
                  <a:lnTo>
                    <a:pt x="253" y="61"/>
                  </a:lnTo>
                  <a:lnTo>
                    <a:pt x="261" y="61"/>
                  </a:lnTo>
                  <a:lnTo>
                    <a:pt x="271" y="59"/>
                  </a:lnTo>
                  <a:lnTo>
                    <a:pt x="279" y="58"/>
                  </a:lnTo>
                  <a:lnTo>
                    <a:pt x="286" y="58"/>
                  </a:lnTo>
                  <a:lnTo>
                    <a:pt x="294" y="54"/>
                  </a:lnTo>
                  <a:lnTo>
                    <a:pt x="301" y="52"/>
                  </a:lnTo>
                  <a:lnTo>
                    <a:pt x="309" y="51"/>
                  </a:lnTo>
                  <a:lnTo>
                    <a:pt x="315" y="47"/>
                  </a:lnTo>
                  <a:lnTo>
                    <a:pt x="323" y="46"/>
                  </a:lnTo>
                  <a:lnTo>
                    <a:pt x="329" y="44"/>
                  </a:lnTo>
                  <a:lnTo>
                    <a:pt x="335" y="40"/>
                  </a:lnTo>
                  <a:lnTo>
                    <a:pt x="340" y="39"/>
                  </a:lnTo>
                  <a:lnTo>
                    <a:pt x="346" y="37"/>
                  </a:lnTo>
                  <a:lnTo>
                    <a:pt x="349" y="34"/>
                  </a:lnTo>
                  <a:lnTo>
                    <a:pt x="356" y="30"/>
                  </a:lnTo>
                  <a:lnTo>
                    <a:pt x="359" y="27"/>
                  </a:lnTo>
                  <a:lnTo>
                    <a:pt x="362" y="25"/>
                  </a:lnTo>
                  <a:lnTo>
                    <a:pt x="367" y="23"/>
                  </a:lnTo>
                  <a:lnTo>
                    <a:pt x="370" y="18"/>
                  </a:lnTo>
                  <a:lnTo>
                    <a:pt x="371" y="17"/>
                  </a:lnTo>
                  <a:lnTo>
                    <a:pt x="373" y="13"/>
                  </a:lnTo>
                  <a:lnTo>
                    <a:pt x="375" y="10"/>
                  </a:lnTo>
                  <a:lnTo>
                    <a:pt x="376" y="6"/>
                  </a:lnTo>
                  <a:lnTo>
                    <a:pt x="378" y="3"/>
                  </a:lnTo>
                  <a:lnTo>
                    <a:pt x="37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2" name="Google Shape;412;p12"/>
          <p:cNvSpPr txBox="1"/>
          <p:nvPr/>
        </p:nvSpPr>
        <p:spPr>
          <a:xfrm>
            <a:off x="6572250" y="4142175"/>
            <a:ext cx="8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Data</a:t>
            </a:r>
            <a:endParaRPr/>
          </a:p>
        </p:txBody>
      </p:sp>
      <p:graphicFrame>
        <p:nvGraphicFramePr>
          <p:cNvPr id="413" name="Google Shape;413;p12"/>
          <p:cNvGraphicFramePr/>
          <p:nvPr/>
        </p:nvGraphicFramePr>
        <p:xfrm>
          <a:off x="7391400" y="2228850"/>
          <a:ext cx="571500" cy="400049"/>
        </p:xfrm>
        <a:graphic>
          <a:graphicData uri="http://schemas.openxmlformats.org/presentationml/2006/ole">
            <mc:AlternateContent>
              <mc:Choice Requires="v">
                <p:oleObj r:id="rId4" imgH="400049" imgW="571500" progId="MS_ClipArt_Gallery.2" spid="_x0000_s1">
                  <p:embed/>
                </p:oleObj>
              </mc:Choice>
              <mc:Fallback>
                <p:oleObj r:id="rId5" imgH="400049" imgW="571500" progId="MS_ClipArt_Gallery.2">
                  <p:embed/>
                  <p:pic>
                    <p:nvPicPr>
                      <p:cNvPr id="413" name="Google Shape;413;p1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391400" y="2228850"/>
                        <a:ext cx="571500" cy="4000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4" name="Google Shape;414;p12"/>
          <p:cNvGrpSpPr/>
          <p:nvPr/>
        </p:nvGrpSpPr>
        <p:grpSpPr>
          <a:xfrm>
            <a:off x="7239000" y="1657350"/>
            <a:ext cx="914400" cy="457200"/>
            <a:chOff x="2688" y="3216"/>
            <a:chExt cx="675" cy="576"/>
          </a:xfrm>
        </p:grpSpPr>
        <p:graphicFrame>
          <p:nvGraphicFramePr>
            <p:cNvPr id="415" name="Google Shape;415;p12"/>
            <p:cNvGraphicFramePr/>
            <p:nvPr/>
          </p:nvGraphicFramePr>
          <p:xfrm>
            <a:off x="2688" y="3216"/>
            <a:ext cx="435" cy="384"/>
          </p:xfrm>
          <a:graphic>
            <a:graphicData uri="http://schemas.openxmlformats.org/presentationml/2006/ole">
              <mc:AlternateContent>
                <mc:Choice Requires="v">
                  <p:oleObj r:id="rId7" imgH="384" imgW="435" progId="Paint.Picture" spid="_x0000_s2">
                    <p:embed/>
                  </p:oleObj>
                </mc:Choice>
                <mc:Fallback>
                  <p:oleObj r:id="rId8" imgH="384" imgW="435" progId="Paint.Picture">
                    <p:embed/>
                    <p:pic>
                      <p:nvPicPr>
                        <p:cNvPr id="415" name="Google Shape;415;p12"/>
                        <p:cNvPicPr preferRelativeResize="0"/>
                        <p:nvPr/>
                      </p:nvPicPr>
                      <p:blipFill rotWithShape="1">
                        <a:blip r:embed="rId9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688" y="3216"/>
                          <a:ext cx="435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6" name="Google Shape;416;p12"/>
            <p:cNvGraphicFramePr/>
            <p:nvPr/>
          </p:nvGraphicFramePr>
          <p:xfrm>
            <a:off x="2880" y="3408"/>
            <a:ext cx="483" cy="384"/>
          </p:xfrm>
          <a:graphic>
            <a:graphicData uri="http://schemas.openxmlformats.org/presentationml/2006/ole">
              <mc:AlternateContent>
                <mc:Choice Requires="v">
                  <p:oleObj r:id="rId10" imgH="384" imgW="483" progId="Paint.Picture" spid="_x0000_s3">
                    <p:embed/>
                  </p:oleObj>
                </mc:Choice>
                <mc:Fallback>
                  <p:oleObj r:id="rId11" imgH="384" imgW="483" progId="Paint.Picture">
                    <p:embed/>
                    <p:pic>
                      <p:nvPicPr>
                        <p:cNvPr id="416" name="Google Shape;416;p12"/>
                        <p:cNvPicPr preferRelativeResize="0"/>
                        <p:nvPr/>
                      </p:nvPicPr>
                      <p:blipFill rotWithShape="1">
                        <a:blip r:embed="rId12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880" y="3408"/>
                          <a:ext cx="483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rotWithShape="0" algn="ctr" dir="3806097" dist="28398">
                            <a:schemeClr val="lt2"/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7" name="Google Shape;417;p12"/>
          <p:cNvSpPr txBox="1"/>
          <p:nvPr/>
        </p:nvSpPr>
        <p:spPr>
          <a:xfrm>
            <a:off x="5791200" y="1782366"/>
            <a:ext cx="59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GUI</a:t>
            </a:r>
            <a:endParaRPr/>
          </a:p>
        </p:txBody>
      </p:sp>
      <p:sp>
        <p:nvSpPr>
          <p:cNvPr id="418" name="Google Shape;418;p12"/>
          <p:cNvSpPr txBox="1"/>
          <p:nvPr/>
        </p:nvSpPr>
        <p:spPr>
          <a:xfrm>
            <a:off x="5791200" y="2286000"/>
            <a:ext cx="164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Business logic</a:t>
            </a:r>
            <a:endParaRPr/>
          </a:p>
        </p:txBody>
      </p:sp>
      <p:sp>
        <p:nvSpPr>
          <p:cNvPr id="419" name="Google Shape;419;p12"/>
          <p:cNvSpPr txBox="1"/>
          <p:nvPr/>
        </p:nvSpPr>
        <p:spPr>
          <a:xfrm>
            <a:off x="5791200" y="2797975"/>
            <a:ext cx="164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Data Access</a:t>
            </a:r>
            <a:endParaRPr/>
          </a:p>
        </p:txBody>
      </p:sp>
      <p:graphicFrame>
        <p:nvGraphicFramePr>
          <p:cNvPr id="420" name="Google Shape;420;p12"/>
          <p:cNvGraphicFramePr/>
          <p:nvPr/>
        </p:nvGraphicFramePr>
        <p:xfrm>
          <a:off x="7467600" y="2714625"/>
          <a:ext cx="514349" cy="457199"/>
        </p:xfrm>
        <a:graphic>
          <a:graphicData uri="http://schemas.openxmlformats.org/presentationml/2006/ole">
            <mc:AlternateContent>
              <mc:Choice Requires="v">
                <p:oleObj r:id="rId13" imgH="457199" imgW="514349" progId="MS_ClipArt_Gallery.2" spid="_x0000_s4">
                  <p:embed/>
                </p:oleObj>
              </mc:Choice>
              <mc:Fallback>
                <p:oleObj r:id="rId14" imgH="457199" imgW="514349" progId="MS_ClipArt_Gallery.2">
                  <p:embed/>
                  <p:pic>
                    <p:nvPicPr>
                      <p:cNvPr id="420" name="Google Shape;420;p12"/>
                      <p:cNvPicPr preferRelativeResize="0"/>
                      <p:nvPr/>
                    </p:nvPicPr>
                    <p:blipFill rotWithShape="1">
                      <a:blip r:embed="rId1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467600" y="2714625"/>
                        <a:ext cx="514349" cy="457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" name="Google Shape;421;p12"/>
          <p:cNvSpPr txBox="1"/>
          <p:nvPr/>
        </p:nvSpPr>
        <p:spPr>
          <a:xfrm>
            <a:off x="2632075" y="4400550"/>
            <a:ext cx="125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Data tier</a:t>
            </a:r>
            <a:endParaRPr/>
          </a:p>
        </p:txBody>
      </p:sp>
      <p:grpSp>
        <p:nvGrpSpPr>
          <p:cNvPr id="422" name="Google Shape;422;p12"/>
          <p:cNvGrpSpPr/>
          <p:nvPr/>
        </p:nvGrpSpPr>
        <p:grpSpPr>
          <a:xfrm>
            <a:off x="1143000" y="1600200"/>
            <a:ext cx="3733800" cy="1365647"/>
            <a:chOff x="768" y="960"/>
            <a:chExt cx="2352" cy="1104"/>
          </a:xfrm>
        </p:grpSpPr>
        <p:sp>
          <p:nvSpPr>
            <p:cNvPr id="423" name="Google Shape;423;p12"/>
            <p:cNvSpPr/>
            <p:nvPr/>
          </p:nvSpPr>
          <p:spPr>
            <a:xfrm>
              <a:off x="768" y="960"/>
              <a:ext cx="2352" cy="1104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2"/>
            <p:cNvSpPr txBox="1"/>
            <p:nvPr/>
          </p:nvSpPr>
          <p:spPr>
            <a:xfrm>
              <a:off x="1370" y="1113"/>
              <a:ext cx="12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Client tier</a:t>
              </a:r>
              <a:endParaRPr/>
            </a:p>
          </p:txBody>
        </p:sp>
        <p:graphicFrame>
          <p:nvGraphicFramePr>
            <p:cNvPr id="425" name="Google Shape;425;p12"/>
            <p:cNvGraphicFramePr/>
            <p:nvPr/>
          </p:nvGraphicFramePr>
          <p:xfrm>
            <a:off x="890" y="1435"/>
            <a:ext cx="646" cy="437"/>
          </p:xfrm>
          <a:graphic>
            <a:graphicData uri="http://schemas.openxmlformats.org/presentationml/2006/ole">
              <mc:AlternateContent>
                <mc:Choice Requires="v">
                  <p:oleObj r:id="rId16" imgH="437" imgW="646" progId="MS_ClipArt_Gallery.2" spid="_x0000_s5">
                    <p:embed/>
                  </p:oleObj>
                </mc:Choice>
                <mc:Fallback>
                  <p:oleObj r:id="rId17" imgH="437" imgW="646" progId="MS_ClipArt_Gallery.2">
                    <p:embed/>
                    <p:pic>
                      <p:nvPicPr>
                        <p:cNvPr id="425" name="Google Shape;425;p12"/>
                        <p:cNvPicPr preferRelativeResize="0"/>
                        <p:nvPr/>
                      </p:nvPicPr>
                      <p:blipFill rotWithShape="1">
                        <a:blip r:embed="rId18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890" y="1435"/>
                          <a:ext cx="646" cy="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6" name="Google Shape;426;p12"/>
            <p:cNvGraphicFramePr/>
            <p:nvPr/>
          </p:nvGraphicFramePr>
          <p:xfrm>
            <a:off x="2378" y="1435"/>
            <a:ext cx="646" cy="437"/>
          </p:xfrm>
          <a:graphic>
            <a:graphicData uri="http://schemas.openxmlformats.org/presentationml/2006/ole">
              <mc:AlternateContent>
                <mc:Choice Requires="v">
                  <p:oleObj r:id="rId19" imgH="437" imgW="646" progId="MS_ClipArt_Gallery.2" spid="_x0000_s6">
                    <p:embed/>
                  </p:oleObj>
                </mc:Choice>
                <mc:Fallback>
                  <p:oleObj r:id="rId20" imgH="437" imgW="646" progId="MS_ClipArt_Gallery.2">
                    <p:embed/>
                    <p:pic>
                      <p:nvPicPr>
                        <p:cNvPr id="426" name="Google Shape;426;p12"/>
                        <p:cNvPicPr preferRelativeResize="0"/>
                        <p:nvPr/>
                      </p:nvPicPr>
                      <p:blipFill rotWithShape="1">
                        <a:blip r:embed="rId18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378" y="1435"/>
                          <a:ext cx="646" cy="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7" name="Google Shape;427;p12"/>
            <p:cNvGraphicFramePr/>
            <p:nvPr/>
          </p:nvGraphicFramePr>
          <p:xfrm>
            <a:off x="1636" y="1392"/>
            <a:ext cx="646" cy="437"/>
          </p:xfrm>
          <a:graphic>
            <a:graphicData uri="http://schemas.openxmlformats.org/presentationml/2006/ole">
              <mc:AlternateContent>
                <mc:Choice Requires="v">
                  <p:oleObj r:id="rId21" imgH="437" imgW="646" progId="MS_ClipArt_Gallery.2" spid="_x0000_s7">
                    <p:embed/>
                  </p:oleObj>
                </mc:Choice>
                <mc:Fallback>
                  <p:oleObj r:id="rId22" imgH="437" imgW="646" progId="MS_ClipArt_Gallery.2">
                    <p:embed/>
                    <p:pic>
                      <p:nvPicPr>
                        <p:cNvPr id="427" name="Google Shape;427;p12"/>
                        <p:cNvPicPr preferRelativeResize="0"/>
                        <p:nvPr/>
                      </p:nvPicPr>
                      <p:blipFill rotWithShape="1">
                        <a:blip r:embed="rId18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1636" y="1392"/>
                          <a:ext cx="646" cy="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8" name="Google Shape;428;p12"/>
          <p:cNvSpPr/>
          <p:nvPr/>
        </p:nvSpPr>
        <p:spPr>
          <a:xfrm>
            <a:off x="1143000" y="3656410"/>
            <a:ext cx="3733800" cy="1048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29" name="Google Shape;429;p12"/>
          <p:cNvGraphicFramePr/>
          <p:nvPr/>
        </p:nvGraphicFramePr>
        <p:xfrm>
          <a:off x="2590800" y="3679031"/>
          <a:ext cx="626270" cy="711993"/>
        </p:xfrm>
        <a:graphic>
          <a:graphicData uri="http://schemas.openxmlformats.org/presentationml/2006/ole">
            <mc:AlternateContent>
              <mc:Choice Requires="v">
                <p:oleObj r:id="rId23" imgH="711993" imgW="626270" progId="MS_ClipArt_Gallery.2" spid="_x0000_s8">
                  <p:embed/>
                </p:oleObj>
              </mc:Choice>
              <mc:Fallback>
                <p:oleObj r:id="rId24" imgH="711993" imgW="626270" progId="MS_ClipArt_Gallery.2">
                  <p:embed/>
                  <p:pic>
                    <p:nvPicPr>
                      <p:cNvPr id="429" name="Google Shape;429;p12"/>
                      <p:cNvPicPr preferRelativeResize="0"/>
                      <p:nvPr/>
                    </p:nvPicPr>
                    <p:blipFill rotWithShape="1">
                      <a:blip r:embed="rId2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590800" y="3679031"/>
                        <a:ext cx="626270" cy="7119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30" name="Google Shape;430;p12"/>
          <p:cNvCxnSpPr/>
          <p:nvPr/>
        </p:nvCxnSpPr>
        <p:spPr>
          <a:xfrm>
            <a:off x="1371600" y="3263504"/>
            <a:ext cx="327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12"/>
          <p:cNvCxnSpPr/>
          <p:nvPr/>
        </p:nvCxnSpPr>
        <p:spPr>
          <a:xfrm rot="10800000">
            <a:off x="1828800" y="2728904"/>
            <a:ext cx="0" cy="53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12"/>
          <p:cNvCxnSpPr/>
          <p:nvPr/>
        </p:nvCxnSpPr>
        <p:spPr>
          <a:xfrm rot="10800000">
            <a:off x="2971800" y="2609804"/>
            <a:ext cx="0" cy="653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12"/>
          <p:cNvCxnSpPr/>
          <p:nvPr/>
        </p:nvCxnSpPr>
        <p:spPr>
          <a:xfrm rot="10800000">
            <a:off x="4114800" y="2669504"/>
            <a:ext cx="0" cy="59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12"/>
          <p:cNvCxnSpPr/>
          <p:nvPr/>
        </p:nvCxnSpPr>
        <p:spPr>
          <a:xfrm>
            <a:off x="3124200" y="3263504"/>
            <a:ext cx="0" cy="47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12"/>
          <p:cNvSpPr/>
          <p:nvPr/>
        </p:nvSpPr>
        <p:spPr>
          <a:xfrm>
            <a:off x="6743700" y="3228975"/>
            <a:ext cx="304800" cy="743100"/>
          </a:xfrm>
          <a:prstGeom prst="upDownArrow">
            <a:avLst>
              <a:gd fmla="val 50000" name="adj1"/>
              <a:gd fmla="val 65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6" name="Google Shape;436;p12"/>
          <p:cNvCxnSpPr/>
          <p:nvPr/>
        </p:nvCxnSpPr>
        <p:spPr>
          <a:xfrm>
            <a:off x="5334000" y="1143000"/>
            <a:ext cx="0" cy="360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7" name="Google Shape;437;p12"/>
          <p:cNvSpPr txBox="1"/>
          <p:nvPr/>
        </p:nvSpPr>
        <p:spPr>
          <a:xfrm>
            <a:off x="990600" y="1181100"/>
            <a:ext cx="25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view</a:t>
            </a:r>
            <a:endParaRPr/>
          </a:p>
        </p:txBody>
      </p:sp>
      <p:sp>
        <p:nvSpPr>
          <p:cNvPr id="438" name="Google Shape;438;p12"/>
          <p:cNvSpPr txBox="1"/>
          <p:nvPr/>
        </p:nvSpPr>
        <p:spPr>
          <a:xfrm>
            <a:off x="5638800" y="1181100"/>
            <a:ext cx="274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 view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3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5576888" y="3371850"/>
            <a:ext cx="3078300" cy="514500"/>
          </a:xfrm>
          <a:prstGeom prst="rect">
            <a:avLst/>
          </a:prstGeom>
          <a:gradFill>
            <a:gsLst>
              <a:gs pos="0">
                <a:srgbClr val="FF66CC"/>
              </a:gs>
              <a:gs pos="50000">
                <a:schemeClr val="lt1"/>
              </a:gs>
              <a:gs pos="100000">
                <a:srgbClr val="FF66CC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5576888" y="2857500"/>
            <a:ext cx="3078300" cy="514500"/>
          </a:xfrm>
          <a:prstGeom prst="rect">
            <a:avLst/>
          </a:prstGeom>
          <a:gradFill>
            <a:gsLst>
              <a:gs pos="0">
                <a:srgbClr val="66FF33"/>
              </a:gs>
              <a:gs pos="50000">
                <a:srgbClr val="FFFFFF">
                  <a:alpha val="49803"/>
                </a:srgbClr>
              </a:gs>
              <a:gs pos="100000">
                <a:srgbClr val="66FF33"/>
              </a:gs>
            </a:gsLst>
            <a:lin ang="5400000" scaled="0"/>
          </a:gradFill>
          <a:ln cap="flat" cmpd="sng" w="9525">
            <a:solidFill>
              <a:srgbClr val="33CC33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99FF33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5576888" y="1257300"/>
            <a:ext cx="3078300" cy="1257300"/>
          </a:xfrm>
          <a:prstGeom prst="rect">
            <a:avLst/>
          </a:prstGeom>
          <a:gradFill>
            <a:gsLst>
              <a:gs pos="0">
                <a:srgbClr val="0066FF">
                  <a:alpha val="49803"/>
                </a:srgbClr>
              </a:gs>
              <a:gs pos="50000">
                <a:srgbClr val="FFFFFF">
                  <a:alpha val="49803"/>
                </a:srgbClr>
              </a:gs>
              <a:gs pos="100000">
                <a:srgbClr val="0066FF">
                  <a:alpha val="49803"/>
                </a:srgbClr>
              </a:gs>
            </a:gsLst>
            <a:lin ang="5400000" scaled="0"/>
          </a:gradFill>
          <a:ln cap="flat" cmpd="sng" w="9525">
            <a:solidFill>
              <a:srgbClr val="0066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0066FF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3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3-tier, 3-layer</a:t>
            </a: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533400" y="1143000"/>
            <a:ext cx="8229600" cy="3591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449" name="Google Shape;449;p13"/>
          <p:cNvCxnSpPr/>
          <p:nvPr/>
        </p:nvCxnSpPr>
        <p:spPr>
          <a:xfrm>
            <a:off x="4938713" y="1143000"/>
            <a:ext cx="0" cy="360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50" name="Google Shape;450;p13"/>
          <p:cNvSpPr/>
          <p:nvPr/>
        </p:nvSpPr>
        <p:spPr>
          <a:xfrm>
            <a:off x="615950" y="1257300"/>
            <a:ext cx="3612265" cy="1257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3"/>
          <p:cNvSpPr txBox="1"/>
          <p:nvPr/>
        </p:nvSpPr>
        <p:spPr>
          <a:xfrm>
            <a:off x="2762377" y="1179900"/>
            <a:ext cx="123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Browsers</a:t>
            </a:r>
            <a:endParaRPr/>
          </a:p>
        </p:txBody>
      </p:sp>
      <p:sp>
        <p:nvSpPr>
          <p:cNvPr id="452" name="Google Shape;452;p13"/>
          <p:cNvSpPr/>
          <p:nvPr/>
        </p:nvSpPr>
        <p:spPr>
          <a:xfrm>
            <a:off x="2579137" y="1485900"/>
            <a:ext cx="1099385" cy="40005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3" name="Google Shape;453;p13"/>
          <p:cNvGraphicFramePr/>
          <p:nvPr/>
        </p:nvGraphicFramePr>
        <p:xfrm>
          <a:off x="653578" y="2000250"/>
          <a:ext cx="747647" cy="400050"/>
        </p:xfrm>
        <a:graphic>
          <a:graphicData uri="http://schemas.openxmlformats.org/presentationml/2006/ole">
            <mc:AlternateContent>
              <mc:Choice Requires="v">
                <p:oleObj r:id="rId4" imgH="400050" imgW="747647" progId="MS_ClipArt_Gallery.2" spid="_x0000_s1">
                  <p:embed/>
                </p:oleObj>
              </mc:Choice>
              <mc:Fallback>
                <p:oleObj r:id="rId5" imgH="400050" imgW="747647" progId="MS_ClipArt_Gallery.2">
                  <p:embed/>
                  <p:pic>
                    <p:nvPicPr>
                      <p:cNvPr id="453" name="Google Shape;453;p1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53578" y="2000250"/>
                        <a:ext cx="747647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4" name="Google Shape;454;p13"/>
          <p:cNvGraphicFramePr/>
          <p:nvPr/>
        </p:nvGraphicFramePr>
        <p:xfrm>
          <a:off x="1793862" y="2000250"/>
          <a:ext cx="749283" cy="400050"/>
        </p:xfrm>
        <a:graphic>
          <a:graphicData uri="http://schemas.openxmlformats.org/presentationml/2006/ole">
            <mc:AlternateContent>
              <mc:Choice Requires="v">
                <p:oleObj r:id="rId7" imgH="400050" imgW="749283" progId="MS_ClipArt_Gallery.2" spid="_x0000_s2">
                  <p:embed/>
                </p:oleObj>
              </mc:Choice>
              <mc:Fallback>
                <p:oleObj r:id="rId8" imgH="400050" imgW="749283" progId="MS_ClipArt_Gallery.2">
                  <p:embed/>
                  <p:pic>
                    <p:nvPicPr>
                      <p:cNvPr id="454" name="Google Shape;454;p1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793862" y="2000250"/>
                        <a:ext cx="749283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5" name="Google Shape;455;p13"/>
          <p:cNvSpPr txBox="1"/>
          <p:nvPr/>
        </p:nvSpPr>
        <p:spPr>
          <a:xfrm>
            <a:off x="1635171" y="4389835"/>
            <a:ext cx="196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   Data tier</a:t>
            </a:r>
            <a:endParaRPr/>
          </a:p>
        </p:txBody>
      </p:sp>
      <p:graphicFrame>
        <p:nvGraphicFramePr>
          <p:cNvPr id="456" name="Google Shape;456;p13"/>
          <p:cNvGraphicFramePr/>
          <p:nvPr/>
        </p:nvGraphicFramePr>
        <p:xfrm>
          <a:off x="2107972" y="4000500"/>
          <a:ext cx="628220" cy="447675"/>
        </p:xfrm>
        <a:graphic>
          <a:graphicData uri="http://schemas.openxmlformats.org/presentationml/2006/ole">
            <mc:AlternateContent>
              <mc:Choice Requires="v">
                <p:oleObj r:id="rId10" imgH="447675" imgW="628220" progId="MS_ClipArt_Gallery.2" spid="_x0000_s3">
                  <p:embed/>
                </p:oleObj>
              </mc:Choice>
              <mc:Fallback>
                <p:oleObj r:id="rId11" imgH="447675" imgW="628220" progId="MS_ClipArt_Gallery.2">
                  <p:embed/>
                  <p:pic>
                    <p:nvPicPr>
                      <p:cNvPr id="456" name="Google Shape;456;p13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107972" y="4000500"/>
                        <a:ext cx="62822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7" name="Google Shape;457;p13"/>
          <p:cNvSpPr txBox="1"/>
          <p:nvPr/>
        </p:nvSpPr>
        <p:spPr>
          <a:xfrm>
            <a:off x="1479752" y="3363516"/>
            <a:ext cx="196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Business tier</a:t>
            </a:r>
            <a:endParaRPr/>
          </a:p>
        </p:txBody>
      </p:sp>
      <p:graphicFrame>
        <p:nvGraphicFramePr>
          <p:cNvPr id="458" name="Google Shape;458;p13"/>
          <p:cNvGraphicFramePr/>
          <p:nvPr/>
        </p:nvGraphicFramePr>
        <p:xfrm>
          <a:off x="2107972" y="2974182"/>
          <a:ext cx="628220" cy="447675"/>
        </p:xfrm>
        <a:graphic>
          <a:graphicData uri="http://schemas.openxmlformats.org/presentationml/2006/ole">
            <mc:AlternateContent>
              <mc:Choice Requires="v">
                <p:oleObj r:id="rId13" imgH="447675" imgW="628220" progId="MS_ClipArt_Gallery.2" spid="_x0000_s4">
                  <p:embed/>
                </p:oleObj>
              </mc:Choice>
              <mc:Fallback>
                <p:oleObj r:id="rId14" imgH="447675" imgW="628220" progId="MS_ClipArt_Gallery.2">
                  <p:embed/>
                  <p:pic>
                    <p:nvPicPr>
                      <p:cNvPr id="458" name="Google Shape;458;p13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107972" y="2974182"/>
                        <a:ext cx="62822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9" name="Google Shape;459;p13"/>
          <p:cNvGraphicFramePr/>
          <p:nvPr/>
        </p:nvGraphicFramePr>
        <p:xfrm>
          <a:off x="2814720" y="1828800"/>
          <a:ext cx="600408" cy="571500"/>
        </p:xfrm>
        <a:graphic>
          <a:graphicData uri="http://schemas.openxmlformats.org/presentationml/2006/ole">
            <mc:AlternateContent>
              <mc:Choice Requires="v">
                <p:oleObj r:id="rId15" imgH="571500" imgW="600408" progId="MS_ClipArt_Gallery.2" spid="_x0000_s5">
                  <p:embed/>
                </p:oleObj>
              </mc:Choice>
              <mc:Fallback>
                <p:oleObj r:id="rId16" imgH="571500" imgW="600408" progId="MS_ClipArt_Gallery.2">
                  <p:embed/>
                  <p:pic>
                    <p:nvPicPr>
                      <p:cNvPr id="459" name="Google Shape;459;p13"/>
                      <p:cNvPicPr preferRelativeResize="0"/>
                      <p:nvPr/>
                    </p:nvPicPr>
                    <p:blipFill rotWithShape="1">
                      <a:blip r:embed="rId1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814720" y="1828800"/>
                        <a:ext cx="60040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" name="Google Shape;460;p13"/>
          <p:cNvGraphicFramePr/>
          <p:nvPr/>
        </p:nvGraphicFramePr>
        <p:xfrm>
          <a:off x="3442940" y="1371600"/>
          <a:ext cx="549692" cy="342900"/>
        </p:xfrm>
        <a:graphic>
          <a:graphicData uri="http://schemas.openxmlformats.org/presentationml/2006/ole">
            <mc:AlternateContent>
              <mc:Choice Requires="v">
                <p:oleObj r:id="rId18" imgH="342900" imgW="549692" progId="MS_ClipArt_Gallery.2" spid="_x0000_s6">
                  <p:embed/>
                </p:oleObj>
              </mc:Choice>
              <mc:Fallback>
                <p:oleObj r:id="rId19" imgH="342900" imgW="549692" progId="MS_ClipArt_Gallery.2">
                  <p:embed/>
                  <p:pic>
                    <p:nvPicPr>
                      <p:cNvPr id="460" name="Google Shape;460;p13"/>
                      <p:cNvPicPr preferRelativeResize="0"/>
                      <p:nvPr/>
                    </p:nvPicPr>
                    <p:blipFill rotWithShape="1">
                      <a:blip r:embed="rId20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442940" y="1371600"/>
                        <a:ext cx="54969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" name="Google Shape;461;p13"/>
          <p:cNvGraphicFramePr/>
          <p:nvPr/>
        </p:nvGraphicFramePr>
        <p:xfrm>
          <a:off x="2500610" y="1371600"/>
          <a:ext cx="549692" cy="342900"/>
        </p:xfrm>
        <a:graphic>
          <a:graphicData uri="http://schemas.openxmlformats.org/presentationml/2006/ole">
            <mc:AlternateContent>
              <mc:Choice Requires="v">
                <p:oleObj r:id="rId21" imgH="342900" imgW="549692" progId="MS_ClipArt_Gallery.2" spid="_x0000_s7">
                  <p:embed/>
                </p:oleObj>
              </mc:Choice>
              <mc:Fallback>
                <p:oleObj r:id="rId22" imgH="342900" imgW="549692" progId="MS_ClipArt_Gallery.2">
                  <p:embed/>
                  <p:pic>
                    <p:nvPicPr>
                      <p:cNvPr id="461" name="Google Shape;461;p13"/>
                      <p:cNvPicPr preferRelativeResize="0"/>
                      <p:nvPr/>
                    </p:nvPicPr>
                    <p:blipFill rotWithShape="1">
                      <a:blip r:embed="rId20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500610" y="1371600"/>
                        <a:ext cx="549692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2" name="Google Shape;462;p13"/>
          <p:cNvSpPr txBox="1"/>
          <p:nvPr/>
        </p:nvSpPr>
        <p:spPr>
          <a:xfrm>
            <a:off x="3047030" y="2266950"/>
            <a:ext cx="147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Web Server</a:t>
            </a:r>
            <a:endParaRPr/>
          </a:p>
        </p:txBody>
      </p:sp>
      <p:sp>
        <p:nvSpPr>
          <p:cNvPr id="463" name="Google Shape;463;p13"/>
          <p:cNvSpPr txBox="1"/>
          <p:nvPr/>
        </p:nvSpPr>
        <p:spPr>
          <a:xfrm>
            <a:off x="930060" y="1728788"/>
            <a:ext cx="147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Local clients</a:t>
            </a: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615950" y="2993232"/>
            <a:ext cx="3612300" cy="685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615950" y="4019550"/>
            <a:ext cx="3612300" cy="685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3"/>
          <p:cNvSpPr txBox="1"/>
          <p:nvPr/>
        </p:nvSpPr>
        <p:spPr>
          <a:xfrm>
            <a:off x="694478" y="1257300"/>
            <a:ext cx="196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Presentation tier</a:t>
            </a:r>
            <a:endParaRPr/>
          </a:p>
        </p:txBody>
      </p:sp>
      <p:cxnSp>
        <p:nvCxnSpPr>
          <p:cNvPr id="467" name="Google Shape;467;p13"/>
          <p:cNvCxnSpPr/>
          <p:nvPr/>
        </p:nvCxnSpPr>
        <p:spPr>
          <a:xfrm>
            <a:off x="694478" y="3771900"/>
            <a:ext cx="345521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" name="Google Shape;468;p13"/>
          <p:cNvCxnSpPr/>
          <p:nvPr/>
        </p:nvCxnSpPr>
        <p:spPr>
          <a:xfrm rot="10800000">
            <a:off x="2500610" y="3771900"/>
            <a:ext cx="0" cy="22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13"/>
          <p:cNvCxnSpPr/>
          <p:nvPr/>
        </p:nvCxnSpPr>
        <p:spPr>
          <a:xfrm>
            <a:off x="2265027" y="3600450"/>
            <a:ext cx="0" cy="1714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13"/>
          <p:cNvCxnSpPr/>
          <p:nvPr/>
        </p:nvCxnSpPr>
        <p:spPr>
          <a:xfrm>
            <a:off x="773005" y="2743200"/>
            <a:ext cx="329815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13"/>
          <p:cNvCxnSpPr/>
          <p:nvPr/>
        </p:nvCxnSpPr>
        <p:spPr>
          <a:xfrm>
            <a:off x="2422082" y="2743200"/>
            <a:ext cx="0" cy="1714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13"/>
          <p:cNvCxnSpPr/>
          <p:nvPr/>
        </p:nvCxnSpPr>
        <p:spPr>
          <a:xfrm rot="10800000">
            <a:off x="1008587" y="2343150"/>
            <a:ext cx="0" cy="4000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13"/>
          <p:cNvCxnSpPr/>
          <p:nvPr/>
        </p:nvCxnSpPr>
        <p:spPr>
          <a:xfrm rot="10800000">
            <a:off x="2107972" y="2343150"/>
            <a:ext cx="0" cy="4000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13"/>
          <p:cNvCxnSpPr/>
          <p:nvPr/>
        </p:nvCxnSpPr>
        <p:spPr>
          <a:xfrm rot="10800000">
            <a:off x="2997951" y="2343150"/>
            <a:ext cx="0" cy="4000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5" name="Google Shape;475;p13"/>
          <p:cNvGrpSpPr/>
          <p:nvPr/>
        </p:nvGrpSpPr>
        <p:grpSpPr>
          <a:xfrm>
            <a:off x="6492875" y="4218385"/>
            <a:ext cx="1414463" cy="486965"/>
            <a:chOff x="2139" y="2863"/>
            <a:chExt cx="378" cy="409"/>
          </a:xfrm>
        </p:grpSpPr>
        <p:sp>
          <p:nvSpPr>
            <p:cNvPr id="476" name="Google Shape;476;p13"/>
            <p:cNvSpPr/>
            <p:nvPr/>
          </p:nvSpPr>
          <p:spPr>
            <a:xfrm>
              <a:off x="2139" y="2863"/>
              <a:ext cx="378" cy="409"/>
            </a:xfrm>
            <a:custGeom>
              <a:rect b="b" l="l" r="r" t="t"/>
              <a:pathLst>
                <a:path extrusionOk="0" h="409" w="378">
                  <a:moveTo>
                    <a:pt x="378" y="342"/>
                  </a:moveTo>
                  <a:lnTo>
                    <a:pt x="378" y="346"/>
                  </a:lnTo>
                  <a:lnTo>
                    <a:pt x="376" y="349"/>
                  </a:lnTo>
                  <a:lnTo>
                    <a:pt x="375" y="352"/>
                  </a:lnTo>
                  <a:lnTo>
                    <a:pt x="373" y="356"/>
                  </a:lnTo>
                  <a:lnTo>
                    <a:pt x="370" y="363"/>
                  </a:lnTo>
                  <a:lnTo>
                    <a:pt x="367" y="366"/>
                  </a:lnTo>
                  <a:lnTo>
                    <a:pt x="362" y="368"/>
                  </a:lnTo>
                  <a:lnTo>
                    <a:pt x="359" y="373"/>
                  </a:lnTo>
                  <a:lnTo>
                    <a:pt x="356" y="375"/>
                  </a:lnTo>
                  <a:lnTo>
                    <a:pt x="349" y="376"/>
                  </a:lnTo>
                  <a:lnTo>
                    <a:pt x="346" y="380"/>
                  </a:lnTo>
                  <a:lnTo>
                    <a:pt x="340" y="381"/>
                  </a:lnTo>
                  <a:lnTo>
                    <a:pt x="335" y="383"/>
                  </a:lnTo>
                  <a:lnTo>
                    <a:pt x="329" y="386"/>
                  </a:lnTo>
                  <a:lnTo>
                    <a:pt x="323" y="390"/>
                  </a:lnTo>
                  <a:lnTo>
                    <a:pt x="315" y="390"/>
                  </a:lnTo>
                  <a:lnTo>
                    <a:pt x="309" y="393"/>
                  </a:lnTo>
                  <a:lnTo>
                    <a:pt x="301" y="395"/>
                  </a:lnTo>
                  <a:lnTo>
                    <a:pt x="294" y="397"/>
                  </a:lnTo>
                  <a:lnTo>
                    <a:pt x="286" y="400"/>
                  </a:lnTo>
                  <a:lnTo>
                    <a:pt x="279" y="400"/>
                  </a:lnTo>
                  <a:lnTo>
                    <a:pt x="271" y="402"/>
                  </a:lnTo>
                  <a:lnTo>
                    <a:pt x="261" y="404"/>
                  </a:lnTo>
                  <a:lnTo>
                    <a:pt x="253" y="404"/>
                  </a:lnTo>
                  <a:lnTo>
                    <a:pt x="244" y="407"/>
                  </a:lnTo>
                  <a:lnTo>
                    <a:pt x="225" y="407"/>
                  </a:lnTo>
                  <a:lnTo>
                    <a:pt x="217" y="409"/>
                  </a:lnTo>
                  <a:lnTo>
                    <a:pt x="161" y="409"/>
                  </a:lnTo>
                  <a:lnTo>
                    <a:pt x="151" y="407"/>
                  </a:lnTo>
                  <a:lnTo>
                    <a:pt x="132" y="407"/>
                  </a:lnTo>
                  <a:lnTo>
                    <a:pt x="125" y="404"/>
                  </a:lnTo>
                  <a:lnTo>
                    <a:pt x="117" y="404"/>
                  </a:lnTo>
                  <a:lnTo>
                    <a:pt x="107" y="402"/>
                  </a:lnTo>
                  <a:lnTo>
                    <a:pt x="99" y="400"/>
                  </a:lnTo>
                  <a:lnTo>
                    <a:pt x="92" y="400"/>
                  </a:lnTo>
                  <a:lnTo>
                    <a:pt x="84" y="397"/>
                  </a:lnTo>
                  <a:lnTo>
                    <a:pt x="76" y="395"/>
                  </a:lnTo>
                  <a:lnTo>
                    <a:pt x="68" y="393"/>
                  </a:lnTo>
                  <a:lnTo>
                    <a:pt x="62" y="390"/>
                  </a:lnTo>
                  <a:lnTo>
                    <a:pt x="55" y="390"/>
                  </a:lnTo>
                  <a:lnTo>
                    <a:pt x="49" y="386"/>
                  </a:lnTo>
                  <a:lnTo>
                    <a:pt x="43" y="383"/>
                  </a:lnTo>
                  <a:lnTo>
                    <a:pt x="38" y="381"/>
                  </a:lnTo>
                  <a:lnTo>
                    <a:pt x="32" y="380"/>
                  </a:lnTo>
                  <a:lnTo>
                    <a:pt x="29" y="376"/>
                  </a:lnTo>
                  <a:lnTo>
                    <a:pt x="22" y="375"/>
                  </a:lnTo>
                  <a:lnTo>
                    <a:pt x="19" y="373"/>
                  </a:lnTo>
                  <a:lnTo>
                    <a:pt x="16" y="368"/>
                  </a:lnTo>
                  <a:lnTo>
                    <a:pt x="11" y="366"/>
                  </a:lnTo>
                  <a:lnTo>
                    <a:pt x="8" y="363"/>
                  </a:lnTo>
                  <a:lnTo>
                    <a:pt x="5" y="356"/>
                  </a:lnTo>
                  <a:lnTo>
                    <a:pt x="3" y="352"/>
                  </a:lnTo>
                  <a:lnTo>
                    <a:pt x="2" y="349"/>
                  </a:lnTo>
                  <a:lnTo>
                    <a:pt x="0" y="346"/>
                  </a:lnTo>
                  <a:lnTo>
                    <a:pt x="0" y="342"/>
                  </a:lnTo>
                  <a:lnTo>
                    <a:pt x="0" y="340"/>
                  </a:lnTo>
                  <a:lnTo>
                    <a:pt x="0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2" y="56"/>
                  </a:lnTo>
                  <a:lnTo>
                    <a:pt x="3" y="54"/>
                  </a:lnTo>
                  <a:lnTo>
                    <a:pt x="5" y="49"/>
                  </a:lnTo>
                  <a:lnTo>
                    <a:pt x="7" y="47"/>
                  </a:lnTo>
                  <a:lnTo>
                    <a:pt x="8" y="46"/>
                  </a:lnTo>
                  <a:lnTo>
                    <a:pt x="11" y="42"/>
                  </a:lnTo>
                  <a:lnTo>
                    <a:pt x="16" y="39"/>
                  </a:lnTo>
                  <a:lnTo>
                    <a:pt x="19" y="35"/>
                  </a:lnTo>
                  <a:lnTo>
                    <a:pt x="22" y="34"/>
                  </a:lnTo>
                  <a:lnTo>
                    <a:pt x="29" y="32"/>
                  </a:lnTo>
                  <a:lnTo>
                    <a:pt x="32" y="28"/>
                  </a:lnTo>
                  <a:lnTo>
                    <a:pt x="38" y="25"/>
                  </a:lnTo>
                  <a:lnTo>
                    <a:pt x="43" y="22"/>
                  </a:lnTo>
                  <a:lnTo>
                    <a:pt x="49" y="20"/>
                  </a:lnTo>
                  <a:lnTo>
                    <a:pt x="55" y="18"/>
                  </a:lnTo>
                  <a:lnTo>
                    <a:pt x="62" y="15"/>
                  </a:lnTo>
                  <a:lnTo>
                    <a:pt x="68" y="15"/>
                  </a:lnTo>
                  <a:lnTo>
                    <a:pt x="76" y="13"/>
                  </a:lnTo>
                  <a:lnTo>
                    <a:pt x="84" y="11"/>
                  </a:lnTo>
                  <a:lnTo>
                    <a:pt x="92" y="8"/>
                  </a:lnTo>
                  <a:lnTo>
                    <a:pt x="99" y="6"/>
                  </a:lnTo>
                  <a:lnTo>
                    <a:pt x="107" y="6"/>
                  </a:lnTo>
                  <a:lnTo>
                    <a:pt x="117" y="5"/>
                  </a:lnTo>
                  <a:lnTo>
                    <a:pt x="125" y="5"/>
                  </a:lnTo>
                  <a:lnTo>
                    <a:pt x="132" y="1"/>
                  </a:lnTo>
                  <a:lnTo>
                    <a:pt x="151" y="1"/>
                  </a:lnTo>
                  <a:lnTo>
                    <a:pt x="161" y="0"/>
                  </a:lnTo>
                  <a:lnTo>
                    <a:pt x="217" y="0"/>
                  </a:lnTo>
                  <a:lnTo>
                    <a:pt x="225" y="1"/>
                  </a:lnTo>
                  <a:lnTo>
                    <a:pt x="244" y="1"/>
                  </a:lnTo>
                  <a:lnTo>
                    <a:pt x="253" y="5"/>
                  </a:lnTo>
                  <a:lnTo>
                    <a:pt x="261" y="5"/>
                  </a:lnTo>
                  <a:lnTo>
                    <a:pt x="271" y="6"/>
                  </a:lnTo>
                  <a:lnTo>
                    <a:pt x="279" y="6"/>
                  </a:lnTo>
                  <a:lnTo>
                    <a:pt x="286" y="8"/>
                  </a:lnTo>
                  <a:lnTo>
                    <a:pt x="294" y="11"/>
                  </a:lnTo>
                  <a:lnTo>
                    <a:pt x="301" y="13"/>
                  </a:lnTo>
                  <a:lnTo>
                    <a:pt x="309" y="15"/>
                  </a:lnTo>
                  <a:lnTo>
                    <a:pt x="315" y="15"/>
                  </a:lnTo>
                  <a:lnTo>
                    <a:pt x="323" y="18"/>
                  </a:lnTo>
                  <a:lnTo>
                    <a:pt x="329" y="20"/>
                  </a:lnTo>
                  <a:lnTo>
                    <a:pt x="335" y="22"/>
                  </a:lnTo>
                  <a:lnTo>
                    <a:pt x="340" y="25"/>
                  </a:lnTo>
                  <a:lnTo>
                    <a:pt x="346" y="28"/>
                  </a:lnTo>
                  <a:lnTo>
                    <a:pt x="349" y="32"/>
                  </a:lnTo>
                  <a:lnTo>
                    <a:pt x="356" y="34"/>
                  </a:lnTo>
                  <a:lnTo>
                    <a:pt x="359" y="35"/>
                  </a:lnTo>
                  <a:lnTo>
                    <a:pt x="362" y="39"/>
                  </a:lnTo>
                  <a:lnTo>
                    <a:pt x="367" y="42"/>
                  </a:lnTo>
                  <a:lnTo>
                    <a:pt x="370" y="46"/>
                  </a:lnTo>
                  <a:lnTo>
                    <a:pt x="371" y="47"/>
                  </a:lnTo>
                  <a:lnTo>
                    <a:pt x="373" y="49"/>
                  </a:lnTo>
                  <a:lnTo>
                    <a:pt x="375" y="54"/>
                  </a:lnTo>
                  <a:lnTo>
                    <a:pt x="376" y="56"/>
                  </a:lnTo>
                  <a:lnTo>
                    <a:pt x="378" y="61"/>
                  </a:lnTo>
                  <a:lnTo>
                    <a:pt x="378" y="63"/>
                  </a:lnTo>
                  <a:lnTo>
                    <a:pt x="378" y="66"/>
                  </a:lnTo>
                  <a:lnTo>
                    <a:pt x="378" y="339"/>
                  </a:lnTo>
                  <a:lnTo>
                    <a:pt x="378" y="34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3"/>
            <p:cNvSpPr/>
            <p:nvPr/>
          </p:nvSpPr>
          <p:spPr>
            <a:xfrm>
              <a:off x="2139" y="2926"/>
              <a:ext cx="378" cy="66"/>
            </a:xfrm>
            <a:custGeom>
              <a:rect b="b" l="l" r="r" t="t"/>
              <a:pathLst>
                <a:path extrusionOk="0" h="66" w="378">
                  <a:moveTo>
                    <a:pt x="0" y="0"/>
                  </a:moveTo>
                  <a:lnTo>
                    <a:pt x="0" y="3"/>
                  </a:lnTo>
                  <a:lnTo>
                    <a:pt x="2" y="6"/>
                  </a:lnTo>
                  <a:lnTo>
                    <a:pt x="3" y="10"/>
                  </a:lnTo>
                  <a:lnTo>
                    <a:pt x="5" y="13"/>
                  </a:lnTo>
                  <a:lnTo>
                    <a:pt x="7" y="17"/>
                  </a:lnTo>
                  <a:lnTo>
                    <a:pt x="8" y="18"/>
                  </a:lnTo>
                  <a:lnTo>
                    <a:pt x="11" y="23"/>
                  </a:lnTo>
                  <a:lnTo>
                    <a:pt x="16" y="25"/>
                  </a:lnTo>
                  <a:lnTo>
                    <a:pt x="19" y="27"/>
                  </a:lnTo>
                  <a:lnTo>
                    <a:pt x="22" y="30"/>
                  </a:lnTo>
                  <a:lnTo>
                    <a:pt x="29" y="34"/>
                  </a:lnTo>
                  <a:lnTo>
                    <a:pt x="32" y="37"/>
                  </a:lnTo>
                  <a:lnTo>
                    <a:pt x="38" y="39"/>
                  </a:lnTo>
                  <a:lnTo>
                    <a:pt x="43" y="40"/>
                  </a:lnTo>
                  <a:lnTo>
                    <a:pt x="49" y="44"/>
                  </a:lnTo>
                  <a:lnTo>
                    <a:pt x="55" y="46"/>
                  </a:lnTo>
                  <a:lnTo>
                    <a:pt x="62" y="47"/>
                  </a:lnTo>
                  <a:lnTo>
                    <a:pt x="68" y="51"/>
                  </a:lnTo>
                  <a:lnTo>
                    <a:pt x="76" y="52"/>
                  </a:lnTo>
                  <a:lnTo>
                    <a:pt x="84" y="54"/>
                  </a:lnTo>
                  <a:lnTo>
                    <a:pt x="92" y="58"/>
                  </a:lnTo>
                  <a:lnTo>
                    <a:pt x="99" y="58"/>
                  </a:lnTo>
                  <a:lnTo>
                    <a:pt x="107" y="59"/>
                  </a:lnTo>
                  <a:lnTo>
                    <a:pt x="117" y="61"/>
                  </a:lnTo>
                  <a:lnTo>
                    <a:pt x="125" y="61"/>
                  </a:lnTo>
                  <a:lnTo>
                    <a:pt x="132" y="64"/>
                  </a:lnTo>
                  <a:lnTo>
                    <a:pt x="151" y="64"/>
                  </a:lnTo>
                  <a:lnTo>
                    <a:pt x="161" y="66"/>
                  </a:lnTo>
                  <a:lnTo>
                    <a:pt x="217" y="66"/>
                  </a:lnTo>
                  <a:lnTo>
                    <a:pt x="225" y="64"/>
                  </a:lnTo>
                  <a:lnTo>
                    <a:pt x="244" y="64"/>
                  </a:lnTo>
                  <a:lnTo>
                    <a:pt x="253" y="61"/>
                  </a:lnTo>
                  <a:lnTo>
                    <a:pt x="261" y="61"/>
                  </a:lnTo>
                  <a:lnTo>
                    <a:pt x="271" y="59"/>
                  </a:lnTo>
                  <a:lnTo>
                    <a:pt x="279" y="58"/>
                  </a:lnTo>
                  <a:lnTo>
                    <a:pt x="286" y="58"/>
                  </a:lnTo>
                  <a:lnTo>
                    <a:pt x="294" y="54"/>
                  </a:lnTo>
                  <a:lnTo>
                    <a:pt x="301" y="52"/>
                  </a:lnTo>
                  <a:lnTo>
                    <a:pt x="309" y="51"/>
                  </a:lnTo>
                  <a:lnTo>
                    <a:pt x="315" y="47"/>
                  </a:lnTo>
                  <a:lnTo>
                    <a:pt x="323" y="46"/>
                  </a:lnTo>
                  <a:lnTo>
                    <a:pt x="329" y="44"/>
                  </a:lnTo>
                  <a:lnTo>
                    <a:pt x="335" y="40"/>
                  </a:lnTo>
                  <a:lnTo>
                    <a:pt x="340" y="39"/>
                  </a:lnTo>
                  <a:lnTo>
                    <a:pt x="346" y="37"/>
                  </a:lnTo>
                  <a:lnTo>
                    <a:pt x="349" y="34"/>
                  </a:lnTo>
                  <a:lnTo>
                    <a:pt x="356" y="30"/>
                  </a:lnTo>
                  <a:lnTo>
                    <a:pt x="359" y="27"/>
                  </a:lnTo>
                  <a:lnTo>
                    <a:pt x="362" y="25"/>
                  </a:lnTo>
                  <a:lnTo>
                    <a:pt x="367" y="23"/>
                  </a:lnTo>
                  <a:lnTo>
                    <a:pt x="370" y="18"/>
                  </a:lnTo>
                  <a:lnTo>
                    <a:pt x="371" y="17"/>
                  </a:lnTo>
                  <a:lnTo>
                    <a:pt x="373" y="13"/>
                  </a:lnTo>
                  <a:lnTo>
                    <a:pt x="375" y="10"/>
                  </a:lnTo>
                  <a:lnTo>
                    <a:pt x="376" y="6"/>
                  </a:lnTo>
                  <a:lnTo>
                    <a:pt x="378" y="3"/>
                  </a:lnTo>
                  <a:lnTo>
                    <a:pt x="37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8" name="Google Shape;478;p13"/>
          <p:cNvSpPr txBox="1"/>
          <p:nvPr/>
        </p:nvSpPr>
        <p:spPr>
          <a:xfrm>
            <a:off x="6902450" y="4389825"/>
            <a:ext cx="9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Data</a:t>
            </a:r>
            <a:endParaRPr/>
          </a:p>
        </p:txBody>
      </p:sp>
      <p:graphicFrame>
        <p:nvGraphicFramePr>
          <p:cNvPr id="479" name="Google Shape;479;p13"/>
          <p:cNvGraphicFramePr/>
          <p:nvPr/>
        </p:nvGraphicFramePr>
        <p:xfrm>
          <a:off x="7323138" y="2914650"/>
          <a:ext cx="625078" cy="400050"/>
        </p:xfrm>
        <a:graphic>
          <a:graphicData uri="http://schemas.openxmlformats.org/presentationml/2006/ole">
            <mc:AlternateContent>
              <mc:Choice Requires="v">
                <p:oleObj r:id="rId23" imgH="400050" imgW="625078" progId="MS_ClipArt_Gallery.2" spid="_x0000_s8">
                  <p:embed/>
                </p:oleObj>
              </mc:Choice>
              <mc:Fallback>
                <p:oleObj r:id="rId24" imgH="400050" imgW="625078" progId="MS_ClipArt_Gallery.2">
                  <p:embed/>
                  <p:pic>
                    <p:nvPicPr>
                      <p:cNvPr id="479" name="Google Shape;479;p13"/>
                      <p:cNvPicPr preferRelativeResize="0"/>
                      <p:nvPr/>
                    </p:nvPicPr>
                    <p:blipFill rotWithShape="1">
                      <a:blip r:embed="rId25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323138" y="2914650"/>
                        <a:ext cx="625078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0" name="Google Shape;480;p13"/>
          <p:cNvGrpSpPr/>
          <p:nvPr/>
        </p:nvGrpSpPr>
        <p:grpSpPr>
          <a:xfrm>
            <a:off x="5908675" y="1724025"/>
            <a:ext cx="1000125" cy="457200"/>
            <a:chOff x="2688" y="3216"/>
            <a:chExt cx="675" cy="576"/>
          </a:xfrm>
        </p:grpSpPr>
        <p:graphicFrame>
          <p:nvGraphicFramePr>
            <p:cNvPr id="481" name="Google Shape;481;p13"/>
            <p:cNvGraphicFramePr/>
            <p:nvPr/>
          </p:nvGraphicFramePr>
          <p:xfrm>
            <a:off x="2688" y="3216"/>
            <a:ext cx="435" cy="384"/>
          </p:xfrm>
          <a:graphic>
            <a:graphicData uri="http://schemas.openxmlformats.org/presentationml/2006/ole">
              <mc:AlternateContent>
                <mc:Choice Requires="v">
                  <p:oleObj r:id="rId26" imgH="384" imgW="435" progId="Paint.Picture" spid="_x0000_s9">
                    <p:embed/>
                  </p:oleObj>
                </mc:Choice>
                <mc:Fallback>
                  <p:oleObj r:id="rId27" imgH="384" imgW="435" progId="Paint.Picture">
                    <p:embed/>
                    <p:pic>
                      <p:nvPicPr>
                        <p:cNvPr id="481" name="Google Shape;481;p13"/>
                        <p:cNvPicPr preferRelativeResize="0"/>
                        <p:nvPr/>
                      </p:nvPicPr>
                      <p:blipFill rotWithShape="1">
                        <a:blip r:embed="rId28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688" y="3216"/>
                          <a:ext cx="435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2" name="Google Shape;482;p13"/>
            <p:cNvGraphicFramePr/>
            <p:nvPr/>
          </p:nvGraphicFramePr>
          <p:xfrm>
            <a:off x="2880" y="3408"/>
            <a:ext cx="483" cy="384"/>
          </p:xfrm>
          <a:graphic>
            <a:graphicData uri="http://schemas.openxmlformats.org/presentationml/2006/ole">
              <mc:AlternateContent>
                <mc:Choice Requires="v">
                  <p:oleObj r:id="rId29" imgH="384" imgW="483" progId="Paint.Picture" spid="_x0000_s10">
                    <p:embed/>
                  </p:oleObj>
                </mc:Choice>
                <mc:Fallback>
                  <p:oleObj r:id="rId30" imgH="384" imgW="483" progId="Paint.Picture">
                    <p:embed/>
                    <p:pic>
                      <p:nvPicPr>
                        <p:cNvPr id="482" name="Google Shape;482;p13"/>
                        <p:cNvPicPr preferRelativeResize="0"/>
                        <p:nvPr/>
                      </p:nvPicPr>
                      <p:blipFill rotWithShape="1">
                        <a:blip r:embed="rId31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2880" y="3408"/>
                          <a:ext cx="483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rotWithShape="0" algn="ctr" dir="3806097" dist="28398">
                            <a:schemeClr val="lt2"/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3" name="Google Shape;483;p13"/>
          <p:cNvSpPr txBox="1"/>
          <p:nvPr/>
        </p:nvSpPr>
        <p:spPr>
          <a:xfrm>
            <a:off x="5715000" y="2971800"/>
            <a:ext cx="164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Business logic</a:t>
            </a:r>
            <a:endParaRPr/>
          </a:p>
        </p:txBody>
      </p:sp>
      <p:sp>
        <p:nvSpPr>
          <p:cNvPr id="484" name="Google Shape;484;p13"/>
          <p:cNvSpPr txBox="1"/>
          <p:nvPr/>
        </p:nvSpPr>
        <p:spPr>
          <a:xfrm>
            <a:off x="5791200" y="3483775"/>
            <a:ext cx="164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Data Access</a:t>
            </a:r>
            <a:endParaRPr/>
          </a:p>
        </p:txBody>
      </p:sp>
      <p:graphicFrame>
        <p:nvGraphicFramePr>
          <p:cNvPr id="485" name="Google Shape;485;p13"/>
          <p:cNvGraphicFramePr/>
          <p:nvPr/>
        </p:nvGraphicFramePr>
        <p:xfrm>
          <a:off x="7407275" y="3400425"/>
          <a:ext cx="561975" cy="457199"/>
        </p:xfrm>
        <a:graphic>
          <a:graphicData uri="http://schemas.openxmlformats.org/presentationml/2006/ole">
            <mc:AlternateContent>
              <mc:Choice Requires="v">
                <p:oleObj r:id="rId32" imgH="457199" imgW="561975" progId="MS_ClipArt_Gallery.2" spid="_x0000_s11">
                  <p:embed/>
                </p:oleObj>
              </mc:Choice>
              <mc:Fallback>
                <p:oleObj r:id="rId33" imgH="457199" imgW="561975" progId="MS_ClipArt_Gallery.2">
                  <p:embed/>
                  <p:pic>
                    <p:nvPicPr>
                      <p:cNvPr id="485" name="Google Shape;485;p13"/>
                      <p:cNvPicPr preferRelativeResize="0"/>
                      <p:nvPr/>
                    </p:nvPicPr>
                    <p:blipFill rotWithShape="1">
                      <a:blip r:embed="rId34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407275" y="3400425"/>
                        <a:ext cx="561975" cy="457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" name="Google Shape;486;p13"/>
          <p:cNvSpPr/>
          <p:nvPr/>
        </p:nvSpPr>
        <p:spPr>
          <a:xfrm>
            <a:off x="6297613" y="2514600"/>
            <a:ext cx="250800" cy="342900"/>
          </a:xfrm>
          <a:prstGeom prst="upDownArrow">
            <a:avLst>
              <a:gd fmla="val 50000" name="adj1"/>
              <a:gd fmla="val 36456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7073900" y="3886200"/>
            <a:ext cx="249300" cy="342900"/>
          </a:xfrm>
          <a:prstGeom prst="upDownArrow">
            <a:avLst>
              <a:gd fmla="val 50000" name="adj1"/>
              <a:gd fmla="val 36688" name="adj2"/>
            </a:avLst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8" name="Google Shape;488;p13"/>
          <p:cNvGrpSpPr/>
          <p:nvPr/>
        </p:nvGrpSpPr>
        <p:grpSpPr>
          <a:xfrm>
            <a:off x="7519988" y="1314450"/>
            <a:ext cx="900112" cy="342900"/>
            <a:chOff x="4747" y="960"/>
            <a:chExt cx="519" cy="384"/>
          </a:xfrm>
        </p:grpSpPr>
        <p:graphicFrame>
          <p:nvGraphicFramePr>
            <p:cNvPr id="489" name="Google Shape;489;p13"/>
            <p:cNvGraphicFramePr/>
            <p:nvPr/>
          </p:nvGraphicFramePr>
          <p:xfrm>
            <a:off x="4747" y="960"/>
            <a:ext cx="197" cy="190"/>
          </p:xfrm>
          <a:graphic>
            <a:graphicData uri="http://schemas.openxmlformats.org/presentationml/2006/ole">
              <mc:AlternateContent>
                <mc:Choice Requires="v">
                  <p:oleObj r:id="rId35" imgH="190" imgW="197" progId="MS_ClipArt_Gallery.2" spid="_x0000_s12">
                    <p:embed/>
                  </p:oleObj>
                </mc:Choice>
                <mc:Fallback>
                  <p:oleObj r:id="rId36" imgH="190" imgW="197" progId="MS_ClipArt_Gallery.2">
                    <p:embed/>
                    <p:pic>
                      <p:nvPicPr>
                        <p:cNvPr id="489" name="Google Shape;489;p13"/>
                        <p:cNvPicPr preferRelativeResize="0"/>
                        <p:nvPr/>
                      </p:nvPicPr>
                      <p:blipFill rotWithShape="1">
                        <a:blip r:embed="rId37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4747" y="960"/>
                          <a:ext cx="197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0" name="Google Shape;490;p13"/>
            <p:cNvGraphicFramePr/>
            <p:nvPr/>
          </p:nvGraphicFramePr>
          <p:xfrm>
            <a:off x="4848" y="1024"/>
            <a:ext cx="418" cy="320"/>
          </p:xfrm>
          <a:graphic>
            <a:graphicData uri="http://schemas.openxmlformats.org/presentationml/2006/ole">
              <mc:AlternateContent>
                <mc:Choice Requires="v">
                  <p:oleObj r:id="rId38" imgH="320" imgW="418" progId="Paint.Picture" spid="_x0000_s13">
                    <p:embed/>
                  </p:oleObj>
                </mc:Choice>
                <mc:Fallback>
                  <p:oleObj r:id="rId39" imgH="320" imgW="418" progId="Paint.Picture">
                    <p:embed/>
                    <p:pic>
                      <p:nvPicPr>
                        <p:cNvPr id="490" name="Google Shape;490;p13"/>
                        <p:cNvPicPr preferRelativeResize="0"/>
                        <p:nvPr/>
                      </p:nvPicPr>
                      <p:blipFill rotWithShape="1">
                        <a:blip r:embed="rId40">
                          <a:alphaModFix/>
                        </a:blip>
                        <a:srcRect b="0" l="0" r="0" t="0"/>
                        <a:stretch/>
                      </p:blipFill>
                      <p:spPr>
                        <a:xfrm>
                          <a:off x="4848" y="1024"/>
                          <a:ext cx="418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1" name="Google Shape;491;p13"/>
          <p:cNvGrpSpPr/>
          <p:nvPr/>
        </p:nvGrpSpPr>
        <p:grpSpPr>
          <a:xfrm>
            <a:off x="7407275" y="1866900"/>
            <a:ext cx="1459890" cy="403622"/>
            <a:chOff x="4560" y="1584"/>
            <a:chExt cx="900" cy="339"/>
          </a:xfrm>
        </p:grpSpPr>
        <p:sp>
          <p:nvSpPr>
            <p:cNvPr id="492" name="Google Shape;492;p13"/>
            <p:cNvSpPr/>
            <p:nvPr/>
          </p:nvSpPr>
          <p:spPr>
            <a:xfrm>
              <a:off x="4568" y="1584"/>
              <a:ext cx="720" cy="288"/>
            </a:xfrm>
            <a:prstGeom prst="flowChartAlternateProcess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3"/>
            <p:cNvSpPr txBox="1"/>
            <p:nvPr/>
          </p:nvSpPr>
          <p:spPr>
            <a:xfrm>
              <a:off x="4560" y="1623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Web Server</a:t>
              </a:r>
              <a:endParaRPr/>
            </a:p>
          </p:txBody>
        </p:sp>
      </p:grpSp>
      <p:cxnSp>
        <p:nvCxnSpPr>
          <p:cNvPr id="494" name="Google Shape;494;p13"/>
          <p:cNvCxnSpPr/>
          <p:nvPr/>
        </p:nvCxnSpPr>
        <p:spPr>
          <a:xfrm>
            <a:off x="7240588" y="1257300"/>
            <a:ext cx="0" cy="1257300"/>
          </a:xfrm>
          <a:prstGeom prst="straightConnector1">
            <a:avLst/>
          </a:prstGeom>
          <a:noFill/>
          <a:ln cap="flat" cmpd="sng" w="9525">
            <a:solidFill>
              <a:srgbClr val="0066FF"/>
            </a:solidFill>
            <a:prstDash val="solid"/>
            <a:round/>
            <a:headEnd len="med" w="med" type="none"/>
            <a:tailEnd len="med" w="med" type="none"/>
          </a:ln>
          <a:effectLst>
            <a:outerShdw rotWithShape="0" algn="ctr" dir="2700000" dist="17961">
              <a:srgbClr val="0066FF">
                <a:alpha val="49803"/>
              </a:srgbClr>
            </a:outerShdw>
          </a:effectLst>
        </p:spPr>
      </p:cxnSp>
      <p:grpSp>
        <p:nvGrpSpPr>
          <p:cNvPr id="495" name="Google Shape;495;p13"/>
          <p:cNvGrpSpPr/>
          <p:nvPr/>
        </p:nvGrpSpPr>
        <p:grpSpPr>
          <a:xfrm>
            <a:off x="5521325" y="1228725"/>
            <a:ext cx="776300" cy="357200"/>
            <a:chOff x="3520" y="840"/>
            <a:chExt cx="368" cy="300"/>
          </a:xfrm>
        </p:grpSpPr>
        <p:sp>
          <p:nvSpPr>
            <p:cNvPr id="496" name="Google Shape;496;p13"/>
            <p:cNvSpPr txBox="1"/>
            <p:nvPr/>
          </p:nvSpPr>
          <p:spPr>
            <a:xfrm>
              <a:off x="3520" y="84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Questrial"/>
                  <a:ea typeface="Questrial"/>
                  <a:cs typeface="Questrial"/>
                  <a:sym typeface="Questrial"/>
                </a:rPr>
                <a:t>GUI</a:t>
              </a:r>
              <a:endParaRPr/>
            </a:p>
          </p:txBody>
        </p:sp>
        <p:sp>
          <p:nvSpPr>
            <p:cNvPr id="497" name="Google Shape;497;p13"/>
            <p:cNvSpPr/>
            <p:nvPr/>
          </p:nvSpPr>
          <p:spPr>
            <a:xfrm>
              <a:off x="3552" y="864"/>
              <a:ext cx="336" cy="192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" name="Google Shape;498;p13"/>
          <p:cNvSpPr txBox="1"/>
          <p:nvPr/>
        </p:nvSpPr>
        <p:spPr>
          <a:xfrm>
            <a:off x="5784850" y="2265750"/>
            <a:ext cx="146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Application</a:t>
            </a:r>
            <a:endParaRPr/>
          </a:p>
        </p:txBody>
      </p:sp>
      <p:sp>
        <p:nvSpPr>
          <p:cNvPr id="499" name="Google Shape;499;p13"/>
          <p:cNvSpPr txBox="1"/>
          <p:nvPr/>
        </p:nvSpPr>
        <p:spPr>
          <a:xfrm>
            <a:off x="7670800" y="2281238"/>
            <a:ext cx="60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Web</a:t>
            </a:r>
            <a:endParaRPr/>
          </a:p>
        </p:txBody>
      </p:sp>
      <p:cxnSp>
        <p:nvCxnSpPr>
          <p:cNvPr id="500" name="Google Shape;500;p13"/>
          <p:cNvCxnSpPr/>
          <p:nvPr/>
        </p:nvCxnSpPr>
        <p:spPr>
          <a:xfrm rot="10800000">
            <a:off x="7989888" y="1600350"/>
            <a:ext cx="0" cy="28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1" name="Google Shape;501;p13"/>
          <p:cNvSpPr/>
          <p:nvPr/>
        </p:nvSpPr>
        <p:spPr>
          <a:xfrm>
            <a:off x="7850188" y="2514600"/>
            <a:ext cx="250800" cy="342900"/>
          </a:xfrm>
          <a:prstGeom prst="upDownArrow">
            <a:avLst>
              <a:gd fmla="val 50000" name="adj1"/>
              <a:gd fmla="val 36456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3"/>
          <p:cNvSpPr txBox="1"/>
          <p:nvPr/>
        </p:nvSpPr>
        <p:spPr>
          <a:xfrm rot="-5403935">
            <a:off x="3391687" y="2558274"/>
            <a:ext cx="2358602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Physical view</a:t>
            </a:r>
            <a:endParaRPr/>
          </a:p>
        </p:txBody>
      </p:sp>
      <p:sp>
        <p:nvSpPr>
          <p:cNvPr id="503" name="Google Shape;503;p13"/>
          <p:cNvSpPr txBox="1"/>
          <p:nvPr/>
        </p:nvSpPr>
        <p:spPr>
          <a:xfrm rot="-5400000">
            <a:off x="4127950" y="2616400"/>
            <a:ext cx="220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Logical view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4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4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Physical tiers</a:t>
            </a:r>
            <a:endParaRPr/>
          </a:p>
        </p:txBody>
      </p:sp>
      <p:pic>
        <p:nvPicPr>
          <p:cNvPr descr="clip0006" id="510" name="Google Shape;5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028700"/>
            <a:ext cx="5656660" cy="2125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5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5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Physical tiers</a:t>
            </a:r>
            <a:endParaRPr/>
          </a:p>
        </p:txBody>
      </p:sp>
      <p:pic>
        <p:nvPicPr>
          <p:cNvPr descr="clip0007" id="517" name="Google Shape;5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00200"/>
            <a:ext cx="5854303" cy="2262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6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6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“Tiers of layers”</a:t>
            </a:r>
            <a:endParaRPr/>
          </a:p>
        </p:txBody>
      </p:sp>
      <p:pic>
        <p:nvPicPr>
          <p:cNvPr descr="clip0023" id="524" name="Google Shape;5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28700"/>
            <a:ext cx="6087666" cy="2893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7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7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Business Layer at Storage Tier</a:t>
            </a:r>
            <a:endParaRPr/>
          </a:p>
        </p:txBody>
      </p:sp>
      <p:pic>
        <p:nvPicPr>
          <p:cNvPr descr="clip0024" id="531" name="Google Shape;5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028700"/>
            <a:ext cx="3502819" cy="2817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8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8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Business Layer at Client Tier</a:t>
            </a:r>
            <a:endParaRPr/>
          </a:p>
        </p:txBody>
      </p:sp>
      <p:pic>
        <p:nvPicPr>
          <p:cNvPr descr="clip0025" id="538" name="Google Shape;5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028700"/>
            <a:ext cx="3524250" cy="2934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9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9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Example</a:t>
            </a:r>
            <a:endParaRPr/>
          </a:p>
        </p:txBody>
      </p:sp>
      <p:pic>
        <p:nvPicPr>
          <p:cNvPr descr="clip0027" id="545" name="Google Shape;5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085850"/>
            <a:ext cx="6087666" cy="2926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0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0"/>
          <p:cNvSpPr/>
          <p:nvPr/>
        </p:nvSpPr>
        <p:spPr>
          <a:xfrm>
            <a:off x="457200" y="1085850"/>
            <a:ext cx="1905000" cy="3200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0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53" name="Google Shape;553;p20"/>
          <p:cNvSpPr/>
          <p:nvPr/>
        </p:nvSpPr>
        <p:spPr>
          <a:xfrm>
            <a:off x="609600" y="1257300"/>
            <a:ext cx="1600200" cy="571500"/>
          </a:xfrm>
          <a:prstGeom prst="rect">
            <a:avLst/>
          </a:prstGeom>
          <a:gradFill>
            <a:gsLst>
              <a:gs pos="0">
                <a:srgbClr val="0066FF"/>
              </a:gs>
              <a:gs pos="50000">
                <a:srgbClr val="FFFFFF">
                  <a:alpha val="49803"/>
                </a:srgbClr>
              </a:gs>
              <a:gs pos="100000">
                <a:srgbClr val="0066FF"/>
              </a:gs>
            </a:gsLst>
            <a:lin ang="5400000" scaled="0"/>
          </a:gradFill>
          <a:ln cap="flat" cmpd="sng" w="9525">
            <a:solidFill>
              <a:srgbClr val="0066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0066FF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 Layer</a:t>
            </a:r>
            <a:endParaRPr/>
          </a:p>
        </p:txBody>
      </p:sp>
      <p:sp>
        <p:nvSpPr>
          <p:cNvPr id="554" name="Google Shape;554;p20"/>
          <p:cNvSpPr/>
          <p:nvPr/>
        </p:nvSpPr>
        <p:spPr>
          <a:xfrm>
            <a:off x="609600" y="3028950"/>
            <a:ext cx="1600200" cy="514500"/>
          </a:xfrm>
          <a:prstGeom prst="rect">
            <a:avLst/>
          </a:prstGeom>
          <a:gradFill>
            <a:gsLst>
              <a:gs pos="0">
                <a:srgbClr val="FF66CC"/>
              </a:gs>
              <a:gs pos="50000">
                <a:schemeClr val="lt1"/>
              </a:gs>
              <a:gs pos="100000">
                <a:srgbClr val="FF66CC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Access Layer</a:t>
            </a:r>
            <a:endParaRPr/>
          </a:p>
        </p:txBody>
      </p:sp>
      <p:sp>
        <p:nvSpPr>
          <p:cNvPr id="555" name="Google Shape;555;p20"/>
          <p:cNvSpPr/>
          <p:nvPr/>
        </p:nvSpPr>
        <p:spPr>
          <a:xfrm>
            <a:off x="609600" y="2171700"/>
            <a:ext cx="1600200" cy="514500"/>
          </a:xfrm>
          <a:prstGeom prst="rect">
            <a:avLst/>
          </a:prstGeom>
          <a:gradFill>
            <a:gsLst>
              <a:gs pos="0">
                <a:srgbClr val="66FF33"/>
              </a:gs>
              <a:gs pos="50000">
                <a:srgbClr val="FFFFFF">
                  <a:alpha val="49803"/>
                </a:srgbClr>
              </a:gs>
              <a:gs pos="100000">
                <a:srgbClr val="66FF33"/>
              </a:gs>
            </a:gsLst>
            <a:lin ang="5400000" scaled="0"/>
          </a:gradFill>
          <a:ln cap="flat" cmpd="sng" w="9525">
            <a:solidFill>
              <a:srgbClr val="33CC33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99FF33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Layer</a:t>
            </a:r>
            <a:endParaRPr/>
          </a:p>
        </p:txBody>
      </p:sp>
      <p:grpSp>
        <p:nvGrpSpPr>
          <p:cNvPr id="556" name="Google Shape;556;p20"/>
          <p:cNvGrpSpPr/>
          <p:nvPr/>
        </p:nvGrpSpPr>
        <p:grpSpPr>
          <a:xfrm>
            <a:off x="762000" y="3657600"/>
            <a:ext cx="1295400" cy="486966"/>
            <a:chOff x="2496" y="3072"/>
            <a:chExt cx="816" cy="409"/>
          </a:xfrm>
        </p:grpSpPr>
        <p:sp>
          <p:nvSpPr>
            <p:cNvPr id="557" name="Google Shape;557;p20"/>
            <p:cNvSpPr/>
            <p:nvPr/>
          </p:nvSpPr>
          <p:spPr>
            <a:xfrm>
              <a:off x="2496" y="3072"/>
              <a:ext cx="816" cy="409"/>
            </a:xfrm>
            <a:custGeom>
              <a:rect b="b" l="l" r="r" t="t"/>
              <a:pathLst>
                <a:path extrusionOk="0" h="409" w="378">
                  <a:moveTo>
                    <a:pt x="378" y="342"/>
                  </a:moveTo>
                  <a:lnTo>
                    <a:pt x="378" y="346"/>
                  </a:lnTo>
                  <a:lnTo>
                    <a:pt x="376" y="349"/>
                  </a:lnTo>
                  <a:lnTo>
                    <a:pt x="375" y="352"/>
                  </a:lnTo>
                  <a:lnTo>
                    <a:pt x="373" y="356"/>
                  </a:lnTo>
                  <a:lnTo>
                    <a:pt x="370" y="363"/>
                  </a:lnTo>
                  <a:lnTo>
                    <a:pt x="367" y="366"/>
                  </a:lnTo>
                  <a:lnTo>
                    <a:pt x="362" y="368"/>
                  </a:lnTo>
                  <a:lnTo>
                    <a:pt x="359" y="373"/>
                  </a:lnTo>
                  <a:lnTo>
                    <a:pt x="356" y="375"/>
                  </a:lnTo>
                  <a:lnTo>
                    <a:pt x="349" y="376"/>
                  </a:lnTo>
                  <a:lnTo>
                    <a:pt x="346" y="380"/>
                  </a:lnTo>
                  <a:lnTo>
                    <a:pt x="340" y="381"/>
                  </a:lnTo>
                  <a:lnTo>
                    <a:pt x="335" y="383"/>
                  </a:lnTo>
                  <a:lnTo>
                    <a:pt x="329" y="386"/>
                  </a:lnTo>
                  <a:lnTo>
                    <a:pt x="323" y="390"/>
                  </a:lnTo>
                  <a:lnTo>
                    <a:pt x="315" y="390"/>
                  </a:lnTo>
                  <a:lnTo>
                    <a:pt x="309" y="393"/>
                  </a:lnTo>
                  <a:lnTo>
                    <a:pt x="301" y="395"/>
                  </a:lnTo>
                  <a:lnTo>
                    <a:pt x="294" y="397"/>
                  </a:lnTo>
                  <a:lnTo>
                    <a:pt x="286" y="400"/>
                  </a:lnTo>
                  <a:lnTo>
                    <a:pt x="279" y="400"/>
                  </a:lnTo>
                  <a:lnTo>
                    <a:pt x="271" y="402"/>
                  </a:lnTo>
                  <a:lnTo>
                    <a:pt x="261" y="404"/>
                  </a:lnTo>
                  <a:lnTo>
                    <a:pt x="253" y="404"/>
                  </a:lnTo>
                  <a:lnTo>
                    <a:pt x="244" y="407"/>
                  </a:lnTo>
                  <a:lnTo>
                    <a:pt x="225" y="407"/>
                  </a:lnTo>
                  <a:lnTo>
                    <a:pt x="217" y="409"/>
                  </a:lnTo>
                  <a:lnTo>
                    <a:pt x="161" y="409"/>
                  </a:lnTo>
                  <a:lnTo>
                    <a:pt x="151" y="407"/>
                  </a:lnTo>
                  <a:lnTo>
                    <a:pt x="132" y="407"/>
                  </a:lnTo>
                  <a:lnTo>
                    <a:pt x="125" y="404"/>
                  </a:lnTo>
                  <a:lnTo>
                    <a:pt x="117" y="404"/>
                  </a:lnTo>
                  <a:lnTo>
                    <a:pt x="107" y="402"/>
                  </a:lnTo>
                  <a:lnTo>
                    <a:pt x="99" y="400"/>
                  </a:lnTo>
                  <a:lnTo>
                    <a:pt x="92" y="400"/>
                  </a:lnTo>
                  <a:lnTo>
                    <a:pt x="84" y="397"/>
                  </a:lnTo>
                  <a:lnTo>
                    <a:pt x="76" y="395"/>
                  </a:lnTo>
                  <a:lnTo>
                    <a:pt x="68" y="393"/>
                  </a:lnTo>
                  <a:lnTo>
                    <a:pt x="62" y="390"/>
                  </a:lnTo>
                  <a:lnTo>
                    <a:pt x="55" y="390"/>
                  </a:lnTo>
                  <a:lnTo>
                    <a:pt x="49" y="386"/>
                  </a:lnTo>
                  <a:lnTo>
                    <a:pt x="43" y="383"/>
                  </a:lnTo>
                  <a:lnTo>
                    <a:pt x="38" y="381"/>
                  </a:lnTo>
                  <a:lnTo>
                    <a:pt x="32" y="380"/>
                  </a:lnTo>
                  <a:lnTo>
                    <a:pt x="29" y="376"/>
                  </a:lnTo>
                  <a:lnTo>
                    <a:pt x="22" y="375"/>
                  </a:lnTo>
                  <a:lnTo>
                    <a:pt x="19" y="373"/>
                  </a:lnTo>
                  <a:lnTo>
                    <a:pt x="16" y="368"/>
                  </a:lnTo>
                  <a:lnTo>
                    <a:pt x="11" y="366"/>
                  </a:lnTo>
                  <a:lnTo>
                    <a:pt x="8" y="363"/>
                  </a:lnTo>
                  <a:lnTo>
                    <a:pt x="5" y="356"/>
                  </a:lnTo>
                  <a:lnTo>
                    <a:pt x="3" y="352"/>
                  </a:lnTo>
                  <a:lnTo>
                    <a:pt x="2" y="349"/>
                  </a:lnTo>
                  <a:lnTo>
                    <a:pt x="0" y="346"/>
                  </a:lnTo>
                  <a:lnTo>
                    <a:pt x="0" y="342"/>
                  </a:lnTo>
                  <a:lnTo>
                    <a:pt x="0" y="340"/>
                  </a:lnTo>
                  <a:lnTo>
                    <a:pt x="0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2" y="56"/>
                  </a:lnTo>
                  <a:lnTo>
                    <a:pt x="3" y="54"/>
                  </a:lnTo>
                  <a:lnTo>
                    <a:pt x="5" y="49"/>
                  </a:lnTo>
                  <a:lnTo>
                    <a:pt x="7" y="47"/>
                  </a:lnTo>
                  <a:lnTo>
                    <a:pt x="8" y="46"/>
                  </a:lnTo>
                  <a:lnTo>
                    <a:pt x="11" y="42"/>
                  </a:lnTo>
                  <a:lnTo>
                    <a:pt x="16" y="39"/>
                  </a:lnTo>
                  <a:lnTo>
                    <a:pt x="19" y="35"/>
                  </a:lnTo>
                  <a:lnTo>
                    <a:pt x="22" y="34"/>
                  </a:lnTo>
                  <a:lnTo>
                    <a:pt x="29" y="32"/>
                  </a:lnTo>
                  <a:lnTo>
                    <a:pt x="32" y="28"/>
                  </a:lnTo>
                  <a:lnTo>
                    <a:pt x="38" y="25"/>
                  </a:lnTo>
                  <a:lnTo>
                    <a:pt x="43" y="22"/>
                  </a:lnTo>
                  <a:lnTo>
                    <a:pt x="49" y="20"/>
                  </a:lnTo>
                  <a:lnTo>
                    <a:pt x="55" y="18"/>
                  </a:lnTo>
                  <a:lnTo>
                    <a:pt x="62" y="15"/>
                  </a:lnTo>
                  <a:lnTo>
                    <a:pt x="68" y="15"/>
                  </a:lnTo>
                  <a:lnTo>
                    <a:pt x="76" y="13"/>
                  </a:lnTo>
                  <a:lnTo>
                    <a:pt x="84" y="11"/>
                  </a:lnTo>
                  <a:lnTo>
                    <a:pt x="92" y="8"/>
                  </a:lnTo>
                  <a:lnTo>
                    <a:pt x="99" y="6"/>
                  </a:lnTo>
                  <a:lnTo>
                    <a:pt x="107" y="6"/>
                  </a:lnTo>
                  <a:lnTo>
                    <a:pt x="117" y="5"/>
                  </a:lnTo>
                  <a:lnTo>
                    <a:pt x="125" y="5"/>
                  </a:lnTo>
                  <a:lnTo>
                    <a:pt x="132" y="1"/>
                  </a:lnTo>
                  <a:lnTo>
                    <a:pt x="151" y="1"/>
                  </a:lnTo>
                  <a:lnTo>
                    <a:pt x="161" y="0"/>
                  </a:lnTo>
                  <a:lnTo>
                    <a:pt x="217" y="0"/>
                  </a:lnTo>
                  <a:lnTo>
                    <a:pt x="225" y="1"/>
                  </a:lnTo>
                  <a:lnTo>
                    <a:pt x="244" y="1"/>
                  </a:lnTo>
                  <a:lnTo>
                    <a:pt x="253" y="5"/>
                  </a:lnTo>
                  <a:lnTo>
                    <a:pt x="261" y="5"/>
                  </a:lnTo>
                  <a:lnTo>
                    <a:pt x="271" y="6"/>
                  </a:lnTo>
                  <a:lnTo>
                    <a:pt x="279" y="6"/>
                  </a:lnTo>
                  <a:lnTo>
                    <a:pt x="286" y="8"/>
                  </a:lnTo>
                  <a:lnTo>
                    <a:pt x="294" y="11"/>
                  </a:lnTo>
                  <a:lnTo>
                    <a:pt x="301" y="13"/>
                  </a:lnTo>
                  <a:lnTo>
                    <a:pt x="309" y="15"/>
                  </a:lnTo>
                  <a:lnTo>
                    <a:pt x="315" y="15"/>
                  </a:lnTo>
                  <a:lnTo>
                    <a:pt x="323" y="18"/>
                  </a:lnTo>
                  <a:lnTo>
                    <a:pt x="329" y="20"/>
                  </a:lnTo>
                  <a:lnTo>
                    <a:pt x="335" y="22"/>
                  </a:lnTo>
                  <a:lnTo>
                    <a:pt x="340" y="25"/>
                  </a:lnTo>
                  <a:lnTo>
                    <a:pt x="346" y="28"/>
                  </a:lnTo>
                  <a:lnTo>
                    <a:pt x="349" y="32"/>
                  </a:lnTo>
                  <a:lnTo>
                    <a:pt x="356" y="34"/>
                  </a:lnTo>
                  <a:lnTo>
                    <a:pt x="359" y="35"/>
                  </a:lnTo>
                  <a:lnTo>
                    <a:pt x="362" y="39"/>
                  </a:lnTo>
                  <a:lnTo>
                    <a:pt x="367" y="42"/>
                  </a:lnTo>
                  <a:lnTo>
                    <a:pt x="370" y="46"/>
                  </a:lnTo>
                  <a:lnTo>
                    <a:pt x="371" y="47"/>
                  </a:lnTo>
                  <a:lnTo>
                    <a:pt x="373" y="49"/>
                  </a:lnTo>
                  <a:lnTo>
                    <a:pt x="375" y="54"/>
                  </a:lnTo>
                  <a:lnTo>
                    <a:pt x="376" y="56"/>
                  </a:lnTo>
                  <a:lnTo>
                    <a:pt x="378" y="61"/>
                  </a:lnTo>
                  <a:lnTo>
                    <a:pt x="378" y="63"/>
                  </a:lnTo>
                  <a:lnTo>
                    <a:pt x="378" y="66"/>
                  </a:lnTo>
                  <a:lnTo>
                    <a:pt x="378" y="339"/>
                  </a:lnTo>
                  <a:lnTo>
                    <a:pt x="378" y="342"/>
                  </a:lnTo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2496" y="3135"/>
              <a:ext cx="816" cy="66"/>
            </a:xfrm>
            <a:custGeom>
              <a:rect b="b" l="l" r="r" t="t"/>
              <a:pathLst>
                <a:path extrusionOk="0" h="66" w="378">
                  <a:moveTo>
                    <a:pt x="0" y="0"/>
                  </a:moveTo>
                  <a:lnTo>
                    <a:pt x="0" y="3"/>
                  </a:lnTo>
                  <a:lnTo>
                    <a:pt x="2" y="6"/>
                  </a:lnTo>
                  <a:lnTo>
                    <a:pt x="3" y="10"/>
                  </a:lnTo>
                  <a:lnTo>
                    <a:pt x="5" y="13"/>
                  </a:lnTo>
                  <a:lnTo>
                    <a:pt x="7" y="17"/>
                  </a:lnTo>
                  <a:lnTo>
                    <a:pt x="8" y="18"/>
                  </a:lnTo>
                  <a:lnTo>
                    <a:pt x="11" y="23"/>
                  </a:lnTo>
                  <a:lnTo>
                    <a:pt x="16" y="25"/>
                  </a:lnTo>
                  <a:lnTo>
                    <a:pt x="19" y="27"/>
                  </a:lnTo>
                  <a:lnTo>
                    <a:pt x="22" y="30"/>
                  </a:lnTo>
                  <a:lnTo>
                    <a:pt x="29" y="34"/>
                  </a:lnTo>
                  <a:lnTo>
                    <a:pt x="32" y="37"/>
                  </a:lnTo>
                  <a:lnTo>
                    <a:pt x="38" y="39"/>
                  </a:lnTo>
                  <a:lnTo>
                    <a:pt x="43" y="40"/>
                  </a:lnTo>
                  <a:lnTo>
                    <a:pt x="49" y="44"/>
                  </a:lnTo>
                  <a:lnTo>
                    <a:pt x="55" y="46"/>
                  </a:lnTo>
                  <a:lnTo>
                    <a:pt x="62" y="47"/>
                  </a:lnTo>
                  <a:lnTo>
                    <a:pt x="68" y="51"/>
                  </a:lnTo>
                  <a:lnTo>
                    <a:pt x="76" y="52"/>
                  </a:lnTo>
                  <a:lnTo>
                    <a:pt x="84" y="54"/>
                  </a:lnTo>
                  <a:lnTo>
                    <a:pt x="92" y="58"/>
                  </a:lnTo>
                  <a:lnTo>
                    <a:pt x="99" y="58"/>
                  </a:lnTo>
                  <a:lnTo>
                    <a:pt x="107" y="59"/>
                  </a:lnTo>
                  <a:lnTo>
                    <a:pt x="117" y="61"/>
                  </a:lnTo>
                  <a:lnTo>
                    <a:pt x="125" y="61"/>
                  </a:lnTo>
                  <a:lnTo>
                    <a:pt x="132" y="64"/>
                  </a:lnTo>
                  <a:lnTo>
                    <a:pt x="151" y="64"/>
                  </a:lnTo>
                  <a:lnTo>
                    <a:pt x="161" y="66"/>
                  </a:lnTo>
                  <a:lnTo>
                    <a:pt x="217" y="66"/>
                  </a:lnTo>
                  <a:lnTo>
                    <a:pt x="225" y="64"/>
                  </a:lnTo>
                  <a:lnTo>
                    <a:pt x="244" y="64"/>
                  </a:lnTo>
                  <a:lnTo>
                    <a:pt x="253" y="61"/>
                  </a:lnTo>
                  <a:lnTo>
                    <a:pt x="261" y="61"/>
                  </a:lnTo>
                  <a:lnTo>
                    <a:pt x="271" y="59"/>
                  </a:lnTo>
                  <a:lnTo>
                    <a:pt x="279" y="58"/>
                  </a:lnTo>
                  <a:lnTo>
                    <a:pt x="286" y="58"/>
                  </a:lnTo>
                  <a:lnTo>
                    <a:pt x="294" y="54"/>
                  </a:lnTo>
                  <a:lnTo>
                    <a:pt x="301" y="52"/>
                  </a:lnTo>
                  <a:lnTo>
                    <a:pt x="309" y="51"/>
                  </a:lnTo>
                  <a:lnTo>
                    <a:pt x="315" y="47"/>
                  </a:lnTo>
                  <a:lnTo>
                    <a:pt x="323" y="46"/>
                  </a:lnTo>
                  <a:lnTo>
                    <a:pt x="329" y="44"/>
                  </a:lnTo>
                  <a:lnTo>
                    <a:pt x="335" y="40"/>
                  </a:lnTo>
                  <a:lnTo>
                    <a:pt x="340" y="39"/>
                  </a:lnTo>
                  <a:lnTo>
                    <a:pt x="346" y="37"/>
                  </a:lnTo>
                  <a:lnTo>
                    <a:pt x="349" y="34"/>
                  </a:lnTo>
                  <a:lnTo>
                    <a:pt x="356" y="30"/>
                  </a:lnTo>
                  <a:lnTo>
                    <a:pt x="359" y="27"/>
                  </a:lnTo>
                  <a:lnTo>
                    <a:pt x="362" y="25"/>
                  </a:lnTo>
                  <a:lnTo>
                    <a:pt x="367" y="23"/>
                  </a:lnTo>
                  <a:lnTo>
                    <a:pt x="370" y="18"/>
                  </a:lnTo>
                  <a:lnTo>
                    <a:pt x="371" y="17"/>
                  </a:lnTo>
                  <a:lnTo>
                    <a:pt x="373" y="13"/>
                  </a:lnTo>
                  <a:lnTo>
                    <a:pt x="375" y="10"/>
                  </a:lnTo>
                  <a:lnTo>
                    <a:pt x="376" y="6"/>
                  </a:lnTo>
                  <a:lnTo>
                    <a:pt x="378" y="3"/>
                  </a:lnTo>
                  <a:lnTo>
                    <a:pt x="37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1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457200" y="1085850"/>
            <a:ext cx="1905000" cy="3200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1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66" name="Google Shape;566;p21"/>
          <p:cNvSpPr/>
          <p:nvPr/>
        </p:nvSpPr>
        <p:spPr>
          <a:xfrm>
            <a:off x="609600" y="1257300"/>
            <a:ext cx="1600200" cy="571500"/>
          </a:xfrm>
          <a:prstGeom prst="rect">
            <a:avLst/>
          </a:prstGeom>
          <a:gradFill>
            <a:gsLst>
              <a:gs pos="0">
                <a:srgbClr val="0066FF"/>
              </a:gs>
              <a:gs pos="50000">
                <a:srgbClr val="FFFFFF">
                  <a:alpha val="49803"/>
                </a:srgbClr>
              </a:gs>
              <a:gs pos="100000">
                <a:srgbClr val="0066FF"/>
              </a:gs>
            </a:gsLst>
            <a:lin ang="5400000" scaled="0"/>
          </a:gradFill>
          <a:ln cap="flat" cmpd="sng" w="9525">
            <a:solidFill>
              <a:srgbClr val="0066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0066FF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 Layer</a:t>
            </a:r>
            <a:endParaRPr/>
          </a:p>
        </p:txBody>
      </p:sp>
      <p:sp>
        <p:nvSpPr>
          <p:cNvPr id="567" name="Google Shape;567;p21"/>
          <p:cNvSpPr/>
          <p:nvPr/>
        </p:nvSpPr>
        <p:spPr>
          <a:xfrm>
            <a:off x="609600" y="3028950"/>
            <a:ext cx="1600200" cy="514500"/>
          </a:xfrm>
          <a:prstGeom prst="rect">
            <a:avLst/>
          </a:prstGeom>
          <a:gradFill>
            <a:gsLst>
              <a:gs pos="0">
                <a:srgbClr val="FF66CC"/>
              </a:gs>
              <a:gs pos="50000">
                <a:schemeClr val="lt1"/>
              </a:gs>
              <a:gs pos="100000">
                <a:srgbClr val="FF66CC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Access Layer</a:t>
            </a:r>
            <a:endParaRPr/>
          </a:p>
        </p:txBody>
      </p:sp>
      <p:sp>
        <p:nvSpPr>
          <p:cNvPr id="568" name="Google Shape;568;p21"/>
          <p:cNvSpPr/>
          <p:nvPr/>
        </p:nvSpPr>
        <p:spPr>
          <a:xfrm>
            <a:off x="609600" y="2171700"/>
            <a:ext cx="1600200" cy="514500"/>
          </a:xfrm>
          <a:prstGeom prst="rect">
            <a:avLst/>
          </a:prstGeom>
          <a:gradFill>
            <a:gsLst>
              <a:gs pos="0">
                <a:srgbClr val="66FF33"/>
              </a:gs>
              <a:gs pos="50000">
                <a:srgbClr val="FFFFFF">
                  <a:alpha val="49803"/>
                </a:srgbClr>
              </a:gs>
              <a:gs pos="100000">
                <a:srgbClr val="66FF33"/>
              </a:gs>
            </a:gsLst>
            <a:lin ang="5400000" scaled="0"/>
          </a:gradFill>
          <a:ln cap="flat" cmpd="sng" w="9525">
            <a:solidFill>
              <a:srgbClr val="33CC33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99FF33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Layer</a:t>
            </a:r>
            <a:endParaRPr/>
          </a:p>
        </p:txBody>
      </p:sp>
      <p:grpSp>
        <p:nvGrpSpPr>
          <p:cNvPr id="569" name="Google Shape;569;p21"/>
          <p:cNvGrpSpPr/>
          <p:nvPr/>
        </p:nvGrpSpPr>
        <p:grpSpPr>
          <a:xfrm>
            <a:off x="3962400" y="3657600"/>
            <a:ext cx="1295400" cy="486966"/>
            <a:chOff x="2496" y="3072"/>
            <a:chExt cx="816" cy="409"/>
          </a:xfrm>
        </p:grpSpPr>
        <p:sp>
          <p:nvSpPr>
            <p:cNvPr id="570" name="Google Shape;570;p21"/>
            <p:cNvSpPr/>
            <p:nvPr/>
          </p:nvSpPr>
          <p:spPr>
            <a:xfrm>
              <a:off x="2496" y="3072"/>
              <a:ext cx="816" cy="409"/>
            </a:xfrm>
            <a:custGeom>
              <a:rect b="b" l="l" r="r" t="t"/>
              <a:pathLst>
                <a:path extrusionOk="0" h="409" w="378">
                  <a:moveTo>
                    <a:pt x="378" y="342"/>
                  </a:moveTo>
                  <a:lnTo>
                    <a:pt x="378" y="346"/>
                  </a:lnTo>
                  <a:lnTo>
                    <a:pt x="376" y="349"/>
                  </a:lnTo>
                  <a:lnTo>
                    <a:pt x="375" y="352"/>
                  </a:lnTo>
                  <a:lnTo>
                    <a:pt x="373" y="356"/>
                  </a:lnTo>
                  <a:lnTo>
                    <a:pt x="370" y="363"/>
                  </a:lnTo>
                  <a:lnTo>
                    <a:pt x="367" y="366"/>
                  </a:lnTo>
                  <a:lnTo>
                    <a:pt x="362" y="368"/>
                  </a:lnTo>
                  <a:lnTo>
                    <a:pt x="359" y="373"/>
                  </a:lnTo>
                  <a:lnTo>
                    <a:pt x="356" y="375"/>
                  </a:lnTo>
                  <a:lnTo>
                    <a:pt x="349" y="376"/>
                  </a:lnTo>
                  <a:lnTo>
                    <a:pt x="346" y="380"/>
                  </a:lnTo>
                  <a:lnTo>
                    <a:pt x="340" y="381"/>
                  </a:lnTo>
                  <a:lnTo>
                    <a:pt x="335" y="383"/>
                  </a:lnTo>
                  <a:lnTo>
                    <a:pt x="329" y="386"/>
                  </a:lnTo>
                  <a:lnTo>
                    <a:pt x="323" y="390"/>
                  </a:lnTo>
                  <a:lnTo>
                    <a:pt x="315" y="390"/>
                  </a:lnTo>
                  <a:lnTo>
                    <a:pt x="309" y="393"/>
                  </a:lnTo>
                  <a:lnTo>
                    <a:pt x="301" y="395"/>
                  </a:lnTo>
                  <a:lnTo>
                    <a:pt x="294" y="397"/>
                  </a:lnTo>
                  <a:lnTo>
                    <a:pt x="286" y="400"/>
                  </a:lnTo>
                  <a:lnTo>
                    <a:pt x="279" y="400"/>
                  </a:lnTo>
                  <a:lnTo>
                    <a:pt x="271" y="402"/>
                  </a:lnTo>
                  <a:lnTo>
                    <a:pt x="261" y="404"/>
                  </a:lnTo>
                  <a:lnTo>
                    <a:pt x="253" y="404"/>
                  </a:lnTo>
                  <a:lnTo>
                    <a:pt x="244" y="407"/>
                  </a:lnTo>
                  <a:lnTo>
                    <a:pt x="225" y="407"/>
                  </a:lnTo>
                  <a:lnTo>
                    <a:pt x="217" y="409"/>
                  </a:lnTo>
                  <a:lnTo>
                    <a:pt x="161" y="409"/>
                  </a:lnTo>
                  <a:lnTo>
                    <a:pt x="151" y="407"/>
                  </a:lnTo>
                  <a:lnTo>
                    <a:pt x="132" y="407"/>
                  </a:lnTo>
                  <a:lnTo>
                    <a:pt x="125" y="404"/>
                  </a:lnTo>
                  <a:lnTo>
                    <a:pt x="117" y="404"/>
                  </a:lnTo>
                  <a:lnTo>
                    <a:pt x="107" y="402"/>
                  </a:lnTo>
                  <a:lnTo>
                    <a:pt x="99" y="400"/>
                  </a:lnTo>
                  <a:lnTo>
                    <a:pt x="92" y="400"/>
                  </a:lnTo>
                  <a:lnTo>
                    <a:pt x="84" y="397"/>
                  </a:lnTo>
                  <a:lnTo>
                    <a:pt x="76" y="395"/>
                  </a:lnTo>
                  <a:lnTo>
                    <a:pt x="68" y="393"/>
                  </a:lnTo>
                  <a:lnTo>
                    <a:pt x="62" y="390"/>
                  </a:lnTo>
                  <a:lnTo>
                    <a:pt x="55" y="390"/>
                  </a:lnTo>
                  <a:lnTo>
                    <a:pt x="49" y="386"/>
                  </a:lnTo>
                  <a:lnTo>
                    <a:pt x="43" y="383"/>
                  </a:lnTo>
                  <a:lnTo>
                    <a:pt x="38" y="381"/>
                  </a:lnTo>
                  <a:lnTo>
                    <a:pt x="32" y="380"/>
                  </a:lnTo>
                  <a:lnTo>
                    <a:pt x="29" y="376"/>
                  </a:lnTo>
                  <a:lnTo>
                    <a:pt x="22" y="375"/>
                  </a:lnTo>
                  <a:lnTo>
                    <a:pt x="19" y="373"/>
                  </a:lnTo>
                  <a:lnTo>
                    <a:pt x="16" y="368"/>
                  </a:lnTo>
                  <a:lnTo>
                    <a:pt x="11" y="366"/>
                  </a:lnTo>
                  <a:lnTo>
                    <a:pt x="8" y="363"/>
                  </a:lnTo>
                  <a:lnTo>
                    <a:pt x="5" y="356"/>
                  </a:lnTo>
                  <a:lnTo>
                    <a:pt x="3" y="352"/>
                  </a:lnTo>
                  <a:lnTo>
                    <a:pt x="2" y="349"/>
                  </a:lnTo>
                  <a:lnTo>
                    <a:pt x="0" y="346"/>
                  </a:lnTo>
                  <a:lnTo>
                    <a:pt x="0" y="342"/>
                  </a:lnTo>
                  <a:lnTo>
                    <a:pt x="0" y="340"/>
                  </a:lnTo>
                  <a:lnTo>
                    <a:pt x="0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2" y="56"/>
                  </a:lnTo>
                  <a:lnTo>
                    <a:pt x="3" y="54"/>
                  </a:lnTo>
                  <a:lnTo>
                    <a:pt x="5" y="49"/>
                  </a:lnTo>
                  <a:lnTo>
                    <a:pt x="7" y="47"/>
                  </a:lnTo>
                  <a:lnTo>
                    <a:pt x="8" y="46"/>
                  </a:lnTo>
                  <a:lnTo>
                    <a:pt x="11" y="42"/>
                  </a:lnTo>
                  <a:lnTo>
                    <a:pt x="16" y="39"/>
                  </a:lnTo>
                  <a:lnTo>
                    <a:pt x="19" y="35"/>
                  </a:lnTo>
                  <a:lnTo>
                    <a:pt x="22" y="34"/>
                  </a:lnTo>
                  <a:lnTo>
                    <a:pt x="29" y="32"/>
                  </a:lnTo>
                  <a:lnTo>
                    <a:pt x="32" y="28"/>
                  </a:lnTo>
                  <a:lnTo>
                    <a:pt x="38" y="25"/>
                  </a:lnTo>
                  <a:lnTo>
                    <a:pt x="43" y="22"/>
                  </a:lnTo>
                  <a:lnTo>
                    <a:pt x="49" y="20"/>
                  </a:lnTo>
                  <a:lnTo>
                    <a:pt x="55" y="18"/>
                  </a:lnTo>
                  <a:lnTo>
                    <a:pt x="62" y="15"/>
                  </a:lnTo>
                  <a:lnTo>
                    <a:pt x="68" y="15"/>
                  </a:lnTo>
                  <a:lnTo>
                    <a:pt x="76" y="13"/>
                  </a:lnTo>
                  <a:lnTo>
                    <a:pt x="84" y="11"/>
                  </a:lnTo>
                  <a:lnTo>
                    <a:pt x="92" y="8"/>
                  </a:lnTo>
                  <a:lnTo>
                    <a:pt x="99" y="6"/>
                  </a:lnTo>
                  <a:lnTo>
                    <a:pt x="107" y="6"/>
                  </a:lnTo>
                  <a:lnTo>
                    <a:pt x="117" y="5"/>
                  </a:lnTo>
                  <a:lnTo>
                    <a:pt x="125" y="5"/>
                  </a:lnTo>
                  <a:lnTo>
                    <a:pt x="132" y="1"/>
                  </a:lnTo>
                  <a:lnTo>
                    <a:pt x="151" y="1"/>
                  </a:lnTo>
                  <a:lnTo>
                    <a:pt x="161" y="0"/>
                  </a:lnTo>
                  <a:lnTo>
                    <a:pt x="217" y="0"/>
                  </a:lnTo>
                  <a:lnTo>
                    <a:pt x="225" y="1"/>
                  </a:lnTo>
                  <a:lnTo>
                    <a:pt x="244" y="1"/>
                  </a:lnTo>
                  <a:lnTo>
                    <a:pt x="253" y="5"/>
                  </a:lnTo>
                  <a:lnTo>
                    <a:pt x="261" y="5"/>
                  </a:lnTo>
                  <a:lnTo>
                    <a:pt x="271" y="6"/>
                  </a:lnTo>
                  <a:lnTo>
                    <a:pt x="279" y="6"/>
                  </a:lnTo>
                  <a:lnTo>
                    <a:pt x="286" y="8"/>
                  </a:lnTo>
                  <a:lnTo>
                    <a:pt x="294" y="11"/>
                  </a:lnTo>
                  <a:lnTo>
                    <a:pt x="301" y="13"/>
                  </a:lnTo>
                  <a:lnTo>
                    <a:pt x="309" y="15"/>
                  </a:lnTo>
                  <a:lnTo>
                    <a:pt x="315" y="15"/>
                  </a:lnTo>
                  <a:lnTo>
                    <a:pt x="323" y="18"/>
                  </a:lnTo>
                  <a:lnTo>
                    <a:pt x="329" y="20"/>
                  </a:lnTo>
                  <a:lnTo>
                    <a:pt x="335" y="22"/>
                  </a:lnTo>
                  <a:lnTo>
                    <a:pt x="340" y="25"/>
                  </a:lnTo>
                  <a:lnTo>
                    <a:pt x="346" y="28"/>
                  </a:lnTo>
                  <a:lnTo>
                    <a:pt x="349" y="32"/>
                  </a:lnTo>
                  <a:lnTo>
                    <a:pt x="356" y="34"/>
                  </a:lnTo>
                  <a:lnTo>
                    <a:pt x="359" y="35"/>
                  </a:lnTo>
                  <a:lnTo>
                    <a:pt x="362" y="39"/>
                  </a:lnTo>
                  <a:lnTo>
                    <a:pt x="367" y="42"/>
                  </a:lnTo>
                  <a:lnTo>
                    <a:pt x="370" y="46"/>
                  </a:lnTo>
                  <a:lnTo>
                    <a:pt x="371" y="47"/>
                  </a:lnTo>
                  <a:lnTo>
                    <a:pt x="373" y="49"/>
                  </a:lnTo>
                  <a:lnTo>
                    <a:pt x="375" y="54"/>
                  </a:lnTo>
                  <a:lnTo>
                    <a:pt x="376" y="56"/>
                  </a:lnTo>
                  <a:lnTo>
                    <a:pt x="378" y="61"/>
                  </a:lnTo>
                  <a:lnTo>
                    <a:pt x="378" y="63"/>
                  </a:lnTo>
                  <a:lnTo>
                    <a:pt x="378" y="66"/>
                  </a:lnTo>
                  <a:lnTo>
                    <a:pt x="378" y="339"/>
                  </a:lnTo>
                  <a:lnTo>
                    <a:pt x="378" y="342"/>
                  </a:lnTo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1"/>
            <p:cNvSpPr/>
            <p:nvPr/>
          </p:nvSpPr>
          <p:spPr>
            <a:xfrm>
              <a:off x="2496" y="3135"/>
              <a:ext cx="816" cy="66"/>
            </a:xfrm>
            <a:custGeom>
              <a:rect b="b" l="l" r="r" t="t"/>
              <a:pathLst>
                <a:path extrusionOk="0" h="66" w="378">
                  <a:moveTo>
                    <a:pt x="0" y="0"/>
                  </a:moveTo>
                  <a:lnTo>
                    <a:pt x="0" y="3"/>
                  </a:lnTo>
                  <a:lnTo>
                    <a:pt x="2" y="6"/>
                  </a:lnTo>
                  <a:lnTo>
                    <a:pt x="3" y="10"/>
                  </a:lnTo>
                  <a:lnTo>
                    <a:pt x="5" y="13"/>
                  </a:lnTo>
                  <a:lnTo>
                    <a:pt x="7" y="17"/>
                  </a:lnTo>
                  <a:lnTo>
                    <a:pt x="8" y="18"/>
                  </a:lnTo>
                  <a:lnTo>
                    <a:pt x="11" y="23"/>
                  </a:lnTo>
                  <a:lnTo>
                    <a:pt x="16" y="25"/>
                  </a:lnTo>
                  <a:lnTo>
                    <a:pt x="19" y="27"/>
                  </a:lnTo>
                  <a:lnTo>
                    <a:pt x="22" y="30"/>
                  </a:lnTo>
                  <a:lnTo>
                    <a:pt x="29" y="34"/>
                  </a:lnTo>
                  <a:lnTo>
                    <a:pt x="32" y="37"/>
                  </a:lnTo>
                  <a:lnTo>
                    <a:pt x="38" y="39"/>
                  </a:lnTo>
                  <a:lnTo>
                    <a:pt x="43" y="40"/>
                  </a:lnTo>
                  <a:lnTo>
                    <a:pt x="49" y="44"/>
                  </a:lnTo>
                  <a:lnTo>
                    <a:pt x="55" y="46"/>
                  </a:lnTo>
                  <a:lnTo>
                    <a:pt x="62" y="47"/>
                  </a:lnTo>
                  <a:lnTo>
                    <a:pt x="68" y="51"/>
                  </a:lnTo>
                  <a:lnTo>
                    <a:pt x="76" y="52"/>
                  </a:lnTo>
                  <a:lnTo>
                    <a:pt x="84" y="54"/>
                  </a:lnTo>
                  <a:lnTo>
                    <a:pt x="92" y="58"/>
                  </a:lnTo>
                  <a:lnTo>
                    <a:pt x="99" y="58"/>
                  </a:lnTo>
                  <a:lnTo>
                    <a:pt x="107" y="59"/>
                  </a:lnTo>
                  <a:lnTo>
                    <a:pt x="117" y="61"/>
                  </a:lnTo>
                  <a:lnTo>
                    <a:pt x="125" y="61"/>
                  </a:lnTo>
                  <a:lnTo>
                    <a:pt x="132" y="64"/>
                  </a:lnTo>
                  <a:lnTo>
                    <a:pt x="151" y="64"/>
                  </a:lnTo>
                  <a:lnTo>
                    <a:pt x="161" y="66"/>
                  </a:lnTo>
                  <a:lnTo>
                    <a:pt x="217" y="66"/>
                  </a:lnTo>
                  <a:lnTo>
                    <a:pt x="225" y="64"/>
                  </a:lnTo>
                  <a:lnTo>
                    <a:pt x="244" y="64"/>
                  </a:lnTo>
                  <a:lnTo>
                    <a:pt x="253" y="61"/>
                  </a:lnTo>
                  <a:lnTo>
                    <a:pt x="261" y="61"/>
                  </a:lnTo>
                  <a:lnTo>
                    <a:pt x="271" y="59"/>
                  </a:lnTo>
                  <a:lnTo>
                    <a:pt x="279" y="58"/>
                  </a:lnTo>
                  <a:lnTo>
                    <a:pt x="286" y="58"/>
                  </a:lnTo>
                  <a:lnTo>
                    <a:pt x="294" y="54"/>
                  </a:lnTo>
                  <a:lnTo>
                    <a:pt x="301" y="52"/>
                  </a:lnTo>
                  <a:lnTo>
                    <a:pt x="309" y="51"/>
                  </a:lnTo>
                  <a:lnTo>
                    <a:pt x="315" y="47"/>
                  </a:lnTo>
                  <a:lnTo>
                    <a:pt x="323" y="46"/>
                  </a:lnTo>
                  <a:lnTo>
                    <a:pt x="329" y="44"/>
                  </a:lnTo>
                  <a:lnTo>
                    <a:pt x="335" y="40"/>
                  </a:lnTo>
                  <a:lnTo>
                    <a:pt x="340" y="39"/>
                  </a:lnTo>
                  <a:lnTo>
                    <a:pt x="346" y="37"/>
                  </a:lnTo>
                  <a:lnTo>
                    <a:pt x="349" y="34"/>
                  </a:lnTo>
                  <a:lnTo>
                    <a:pt x="356" y="30"/>
                  </a:lnTo>
                  <a:lnTo>
                    <a:pt x="359" y="27"/>
                  </a:lnTo>
                  <a:lnTo>
                    <a:pt x="362" y="25"/>
                  </a:lnTo>
                  <a:lnTo>
                    <a:pt x="367" y="23"/>
                  </a:lnTo>
                  <a:lnTo>
                    <a:pt x="370" y="18"/>
                  </a:lnTo>
                  <a:lnTo>
                    <a:pt x="371" y="17"/>
                  </a:lnTo>
                  <a:lnTo>
                    <a:pt x="373" y="13"/>
                  </a:lnTo>
                  <a:lnTo>
                    <a:pt x="375" y="10"/>
                  </a:lnTo>
                  <a:lnTo>
                    <a:pt x="376" y="6"/>
                  </a:lnTo>
                  <a:lnTo>
                    <a:pt x="378" y="3"/>
                  </a:lnTo>
                  <a:lnTo>
                    <a:pt x="37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2" name="Google Shape;572;p21"/>
          <p:cNvSpPr/>
          <p:nvPr/>
        </p:nvSpPr>
        <p:spPr>
          <a:xfrm>
            <a:off x="3657600" y="1085850"/>
            <a:ext cx="1905000" cy="3200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1"/>
          <p:cNvSpPr/>
          <p:nvPr/>
        </p:nvSpPr>
        <p:spPr>
          <a:xfrm rot="1162786">
            <a:off x="2206155" y="3365969"/>
            <a:ext cx="1645430" cy="183041"/>
          </a:xfrm>
          <a:prstGeom prst="leftRightArrow">
            <a:avLst>
              <a:gd fmla="val 50000" name="adj1"/>
              <a:gd fmla="val 150000" name="adj2"/>
            </a:avLst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2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2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80" name="Google Shape;580;p22"/>
          <p:cNvSpPr/>
          <p:nvPr/>
        </p:nvSpPr>
        <p:spPr>
          <a:xfrm>
            <a:off x="457200" y="1085850"/>
            <a:ext cx="1905000" cy="3200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2"/>
          <p:cNvSpPr/>
          <p:nvPr/>
        </p:nvSpPr>
        <p:spPr>
          <a:xfrm>
            <a:off x="609600" y="1257300"/>
            <a:ext cx="1600200" cy="571500"/>
          </a:xfrm>
          <a:prstGeom prst="rect">
            <a:avLst/>
          </a:prstGeom>
          <a:gradFill>
            <a:gsLst>
              <a:gs pos="0">
                <a:srgbClr val="0066FF"/>
              </a:gs>
              <a:gs pos="50000">
                <a:srgbClr val="FFFFFF">
                  <a:alpha val="49803"/>
                </a:srgbClr>
              </a:gs>
              <a:gs pos="100000">
                <a:srgbClr val="0066FF"/>
              </a:gs>
            </a:gsLst>
            <a:lin ang="5400000" scaled="0"/>
          </a:gradFill>
          <a:ln cap="flat" cmpd="sng" w="9525">
            <a:solidFill>
              <a:srgbClr val="0066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0066FF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 Layer</a:t>
            </a:r>
            <a:endParaRPr/>
          </a:p>
        </p:txBody>
      </p:sp>
      <p:sp>
        <p:nvSpPr>
          <p:cNvPr id="582" name="Google Shape;582;p22"/>
          <p:cNvSpPr/>
          <p:nvPr/>
        </p:nvSpPr>
        <p:spPr>
          <a:xfrm>
            <a:off x="609600" y="2171700"/>
            <a:ext cx="1600200" cy="514500"/>
          </a:xfrm>
          <a:prstGeom prst="rect">
            <a:avLst/>
          </a:prstGeom>
          <a:gradFill>
            <a:gsLst>
              <a:gs pos="0">
                <a:srgbClr val="66FF33"/>
              </a:gs>
              <a:gs pos="50000">
                <a:srgbClr val="FFFFFF">
                  <a:alpha val="49803"/>
                </a:srgbClr>
              </a:gs>
              <a:gs pos="100000">
                <a:srgbClr val="66FF33"/>
              </a:gs>
            </a:gsLst>
            <a:lin ang="5400000" scaled="0"/>
          </a:gradFill>
          <a:ln cap="flat" cmpd="sng" w="9525">
            <a:solidFill>
              <a:srgbClr val="33CC33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99FF33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Layer</a:t>
            </a:r>
            <a:endParaRPr/>
          </a:p>
        </p:txBody>
      </p:sp>
      <p:sp>
        <p:nvSpPr>
          <p:cNvPr id="583" name="Google Shape;583;p22"/>
          <p:cNvSpPr/>
          <p:nvPr/>
        </p:nvSpPr>
        <p:spPr>
          <a:xfrm>
            <a:off x="3657600" y="1085850"/>
            <a:ext cx="1905000" cy="3200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2"/>
          <p:cNvSpPr/>
          <p:nvPr/>
        </p:nvSpPr>
        <p:spPr>
          <a:xfrm>
            <a:off x="3810000" y="3028950"/>
            <a:ext cx="1600200" cy="514500"/>
          </a:xfrm>
          <a:prstGeom prst="rect">
            <a:avLst/>
          </a:prstGeom>
          <a:gradFill>
            <a:gsLst>
              <a:gs pos="0">
                <a:srgbClr val="FF66CC"/>
              </a:gs>
              <a:gs pos="50000">
                <a:schemeClr val="lt1"/>
              </a:gs>
              <a:gs pos="100000">
                <a:srgbClr val="FF66CC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Access Layer</a:t>
            </a:r>
            <a:endParaRPr/>
          </a:p>
        </p:txBody>
      </p:sp>
      <p:sp>
        <p:nvSpPr>
          <p:cNvPr id="585" name="Google Shape;585;p22"/>
          <p:cNvSpPr/>
          <p:nvPr/>
        </p:nvSpPr>
        <p:spPr>
          <a:xfrm>
            <a:off x="3810000" y="2714625"/>
            <a:ext cx="1600182" cy="285768"/>
          </a:xfrm>
          <a:prstGeom prst="flowChartTerminator">
            <a:avLst/>
          </a:prstGeom>
          <a:gradFill>
            <a:gsLst>
              <a:gs pos="0">
                <a:srgbClr val="FF0000"/>
              </a:gs>
              <a:gs pos="5000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service</a:t>
            </a:r>
            <a:endParaRPr/>
          </a:p>
        </p:txBody>
      </p:sp>
      <p:sp>
        <p:nvSpPr>
          <p:cNvPr id="586" name="Google Shape;586;p22"/>
          <p:cNvSpPr/>
          <p:nvPr/>
        </p:nvSpPr>
        <p:spPr>
          <a:xfrm>
            <a:off x="609600" y="2714625"/>
            <a:ext cx="1600182" cy="285768"/>
          </a:xfrm>
          <a:prstGeom prst="flowChartTerminator">
            <a:avLst/>
          </a:prstGeom>
          <a:gradFill>
            <a:gsLst>
              <a:gs pos="0">
                <a:srgbClr val="FF0000"/>
              </a:gs>
              <a:gs pos="5000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WS client</a:t>
            </a:r>
            <a:endParaRPr/>
          </a:p>
        </p:txBody>
      </p:sp>
      <p:sp>
        <p:nvSpPr>
          <p:cNvPr id="587" name="Google Shape;587;p22"/>
          <p:cNvSpPr/>
          <p:nvPr/>
        </p:nvSpPr>
        <p:spPr>
          <a:xfrm>
            <a:off x="2247900" y="2781300"/>
            <a:ext cx="1524000" cy="171600"/>
          </a:xfrm>
          <a:prstGeom prst="leftRightArrow">
            <a:avLst>
              <a:gd fmla="val 50000" name="adj1"/>
              <a:gd fmla="val 133333" name="adj2"/>
            </a:avLst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8" name="Google Shape;588;p22"/>
          <p:cNvGrpSpPr/>
          <p:nvPr/>
        </p:nvGrpSpPr>
        <p:grpSpPr>
          <a:xfrm>
            <a:off x="3962400" y="3657600"/>
            <a:ext cx="1295400" cy="486966"/>
            <a:chOff x="2496" y="3072"/>
            <a:chExt cx="816" cy="409"/>
          </a:xfrm>
        </p:grpSpPr>
        <p:sp>
          <p:nvSpPr>
            <p:cNvPr id="589" name="Google Shape;589;p22"/>
            <p:cNvSpPr/>
            <p:nvPr/>
          </p:nvSpPr>
          <p:spPr>
            <a:xfrm>
              <a:off x="2496" y="3072"/>
              <a:ext cx="816" cy="409"/>
            </a:xfrm>
            <a:custGeom>
              <a:rect b="b" l="l" r="r" t="t"/>
              <a:pathLst>
                <a:path extrusionOk="0" h="409" w="378">
                  <a:moveTo>
                    <a:pt x="378" y="342"/>
                  </a:moveTo>
                  <a:lnTo>
                    <a:pt x="378" y="346"/>
                  </a:lnTo>
                  <a:lnTo>
                    <a:pt x="376" y="349"/>
                  </a:lnTo>
                  <a:lnTo>
                    <a:pt x="375" y="352"/>
                  </a:lnTo>
                  <a:lnTo>
                    <a:pt x="373" y="356"/>
                  </a:lnTo>
                  <a:lnTo>
                    <a:pt x="370" y="363"/>
                  </a:lnTo>
                  <a:lnTo>
                    <a:pt x="367" y="366"/>
                  </a:lnTo>
                  <a:lnTo>
                    <a:pt x="362" y="368"/>
                  </a:lnTo>
                  <a:lnTo>
                    <a:pt x="359" y="373"/>
                  </a:lnTo>
                  <a:lnTo>
                    <a:pt x="356" y="375"/>
                  </a:lnTo>
                  <a:lnTo>
                    <a:pt x="349" y="376"/>
                  </a:lnTo>
                  <a:lnTo>
                    <a:pt x="346" y="380"/>
                  </a:lnTo>
                  <a:lnTo>
                    <a:pt x="340" y="381"/>
                  </a:lnTo>
                  <a:lnTo>
                    <a:pt x="335" y="383"/>
                  </a:lnTo>
                  <a:lnTo>
                    <a:pt x="329" y="386"/>
                  </a:lnTo>
                  <a:lnTo>
                    <a:pt x="323" y="390"/>
                  </a:lnTo>
                  <a:lnTo>
                    <a:pt x="315" y="390"/>
                  </a:lnTo>
                  <a:lnTo>
                    <a:pt x="309" y="393"/>
                  </a:lnTo>
                  <a:lnTo>
                    <a:pt x="301" y="395"/>
                  </a:lnTo>
                  <a:lnTo>
                    <a:pt x="294" y="397"/>
                  </a:lnTo>
                  <a:lnTo>
                    <a:pt x="286" y="400"/>
                  </a:lnTo>
                  <a:lnTo>
                    <a:pt x="279" y="400"/>
                  </a:lnTo>
                  <a:lnTo>
                    <a:pt x="271" y="402"/>
                  </a:lnTo>
                  <a:lnTo>
                    <a:pt x="261" y="404"/>
                  </a:lnTo>
                  <a:lnTo>
                    <a:pt x="253" y="404"/>
                  </a:lnTo>
                  <a:lnTo>
                    <a:pt x="244" y="407"/>
                  </a:lnTo>
                  <a:lnTo>
                    <a:pt x="225" y="407"/>
                  </a:lnTo>
                  <a:lnTo>
                    <a:pt x="217" y="409"/>
                  </a:lnTo>
                  <a:lnTo>
                    <a:pt x="161" y="409"/>
                  </a:lnTo>
                  <a:lnTo>
                    <a:pt x="151" y="407"/>
                  </a:lnTo>
                  <a:lnTo>
                    <a:pt x="132" y="407"/>
                  </a:lnTo>
                  <a:lnTo>
                    <a:pt x="125" y="404"/>
                  </a:lnTo>
                  <a:lnTo>
                    <a:pt x="117" y="404"/>
                  </a:lnTo>
                  <a:lnTo>
                    <a:pt x="107" y="402"/>
                  </a:lnTo>
                  <a:lnTo>
                    <a:pt x="99" y="400"/>
                  </a:lnTo>
                  <a:lnTo>
                    <a:pt x="92" y="400"/>
                  </a:lnTo>
                  <a:lnTo>
                    <a:pt x="84" y="397"/>
                  </a:lnTo>
                  <a:lnTo>
                    <a:pt x="76" y="395"/>
                  </a:lnTo>
                  <a:lnTo>
                    <a:pt x="68" y="393"/>
                  </a:lnTo>
                  <a:lnTo>
                    <a:pt x="62" y="390"/>
                  </a:lnTo>
                  <a:lnTo>
                    <a:pt x="55" y="390"/>
                  </a:lnTo>
                  <a:lnTo>
                    <a:pt x="49" y="386"/>
                  </a:lnTo>
                  <a:lnTo>
                    <a:pt x="43" y="383"/>
                  </a:lnTo>
                  <a:lnTo>
                    <a:pt x="38" y="381"/>
                  </a:lnTo>
                  <a:lnTo>
                    <a:pt x="32" y="380"/>
                  </a:lnTo>
                  <a:lnTo>
                    <a:pt x="29" y="376"/>
                  </a:lnTo>
                  <a:lnTo>
                    <a:pt x="22" y="375"/>
                  </a:lnTo>
                  <a:lnTo>
                    <a:pt x="19" y="373"/>
                  </a:lnTo>
                  <a:lnTo>
                    <a:pt x="16" y="368"/>
                  </a:lnTo>
                  <a:lnTo>
                    <a:pt x="11" y="366"/>
                  </a:lnTo>
                  <a:lnTo>
                    <a:pt x="8" y="363"/>
                  </a:lnTo>
                  <a:lnTo>
                    <a:pt x="5" y="356"/>
                  </a:lnTo>
                  <a:lnTo>
                    <a:pt x="3" y="352"/>
                  </a:lnTo>
                  <a:lnTo>
                    <a:pt x="2" y="349"/>
                  </a:lnTo>
                  <a:lnTo>
                    <a:pt x="0" y="346"/>
                  </a:lnTo>
                  <a:lnTo>
                    <a:pt x="0" y="342"/>
                  </a:lnTo>
                  <a:lnTo>
                    <a:pt x="0" y="340"/>
                  </a:lnTo>
                  <a:lnTo>
                    <a:pt x="0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2" y="56"/>
                  </a:lnTo>
                  <a:lnTo>
                    <a:pt x="3" y="54"/>
                  </a:lnTo>
                  <a:lnTo>
                    <a:pt x="5" y="49"/>
                  </a:lnTo>
                  <a:lnTo>
                    <a:pt x="7" y="47"/>
                  </a:lnTo>
                  <a:lnTo>
                    <a:pt x="8" y="46"/>
                  </a:lnTo>
                  <a:lnTo>
                    <a:pt x="11" y="42"/>
                  </a:lnTo>
                  <a:lnTo>
                    <a:pt x="16" y="39"/>
                  </a:lnTo>
                  <a:lnTo>
                    <a:pt x="19" y="35"/>
                  </a:lnTo>
                  <a:lnTo>
                    <a:pt x="22" y="34"/>
                  </a:lnTo>
                  <a:lnTo>
                    <a:pt x="29" y="32"/>
                  </a:lnTo>
                  <a:lnTo>
                    <a:pt x="32" y="28"/>
                  </a:lnTo>
                  <a:lnTo>
                    <a:pt x="38" y="25"/>
                  </a:lnTo>
                  <a:lnTo>
                    <a:pt x="43" y="22"/>
                  </a:lnTo>
                  <a:lnTo>
                    <a:pt x="49" y="20"/>
                  </a:lnTo>
                  <a:lnTo>
                    <a:pt x="55" y="18"/>
                  </a:lnTo>
                  <a:lnTo>
                    <a:pt x="62" y="15"/>
                  </a:lnTo>
                  <a:lnTo>
                    <a:pt x="68" y="15"/>
                  </a:lnTo>
                  <a:lnTo>
                    <a:pt x="76" y="13"/>
                  </a:lnTo>
                  <a:lnTo>
                    <a:pt x="84" y="11"/>
                  </a:lnTo>
                  <a:lnTo>
                    <a:pt x="92" y="8"/>
                  </a:lnTo>
                  <a:lnTo>
                    <a:pt x="99" y="6"/>
                  </a:lnTo>
                  <a:lnTo>
                    <a:pt x="107" y="6"/>
                  </a:lnTo>
                  <a:lnTo>
                    <a:pt x="117" y="5"/>
                  </a:lnTo>
                  <a:lnTo>
                    <a:pt x="125" y="5"/>
                  </a:lnTo>
                  <a:lnTo>
                    <a:pt x="132" y="1"/>
                  </a:lnTo>
                  <a:lnTo>
                    <a:pt x="151" y="1"/>
                  </a:lnTo>
                  <a:lnTo>
                    <a:pt x="161" y="0"/>
                  </a:lnTo>
                  <a:lnTo>
                    <a:pt x="217" y="0"/>
                  </a:lnTo>
                  <a:lnTo>
                    <a:pt x="225" y="1"/>
                  </a:lnTo>
                  <a:lnTo>
                    <a:pt x="244" y="1"/>
                  </a:lnTo>
                  <a:lnTo>
                    <a:pt x="253" y="5"/>
                  </a:lnTo>
                  <a:lnTo>
                    <a:pt x="261" y="5"/>
                  </a:lnTo>
                  <a:lnTo>
                    <a:pt x="271" y="6"/>
                  </a:lnTo>
                  <a:lnTo>
                    <a:pt x="279" y="6"/>
                  </a:lnTo>
                  <a:lnTo>
                    <a:pt x="286" y="8"/>
                  </a:lnTo>
                  <a:lnTo>
                    <a:pt x="294" y="11"/>
                  </a:lnTo>
                  <a:lnTo>
                    <a:pt x="301" y="13"/>
                  </a:lnTo>
                  <a:lnTo>
                    <a:pt x="309" y="15"/>
                  </a:lnTo>
                  <a:lnTo>
                    <a:pt x="315" y="15"/>
                  </a:lnTo>
                  <a:lnTo>
                    <a:pt x="323" y="18"/>
                  </a:lnTo>
                  <a:lnTo>
                    <a:pt x="329" y="20"/>
                  </a:lnTo>
                  <a:lnTo>
                    <a:pt x="335" y="22"/>
                  </a:lnTo>
                  <a:lnTo>
                    <a:pt x="340" y="25"/>
                  </a:lnTo>
                  <a:lnTo>
                    <a:pt x="346" y="28"/>
                  </a:lnTo>
                  <a:lnTo>
                    <a:pt x="349" y="32"/>
                  </a:lnTo>
                  <a:lnTo>
                    <a:pt x="356" y="34"/>
                  </a:lnTo>
                  <a:lnTo>
                    <a:pt x="359" y="35"/>
                  </a:lnTo>
                  <a:lnTo>
                    <a:pt x="362" y="39"/>
                  </a:lnTo>
                  <a:lnTo>
                    <a:pt x="367" y="42"/>
                  </a:lnTo>
                  <a:lnTo>
                    <a:pt x="370" y="46"/>
                  </a:lnTo>
                  <a:lnTo>
                    <a:pt x="371" y="47"/>
                  </a:lnTo>
                  <a:lnTo>
                    <a:pt x="373" y="49"/>
                  </a:lnTo>
                  <a:lnTo>
                    <a:pt x="375" y="54"/>
                  </a:lnTo>
                  <a:lnTo>
                    <a:pt x="376" y="56"/>
                  </a:lnTo>
                  <a:lnTo>
                    <a:pt x="378" y="61"/>
                  </a:lnTo>
                  <a:lnTo>
                    <a:pt x="378" y="63"/>
                  </a:lnTo>
                  <a:lnTo>
                    <a:pt x="378" y="66"/>
                  </a:lnTo>
                  <a:lnTo>
                    <a:pt x="378" y="339"/>
                  </a:lnTo>
                  <a:lnTo>
                    <a:pt x="378" y="342"/>
                  </a:lnTo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22"/>
            <p:cNvSpPr/>
            <p:nvPr/>
          </p:nvSpPr>
          <p:spPr>
            <a:xfrm>
              <a:off x="2496" y="3135"/>
              <a:ext cx="816" cy="66"/>
            </a:xfrm>
            <a:custGeom>
              <a:rect b="b" l="l" r="r" t="t"/>
              <a:pathLst>
                <a:path extrusionOk="0" h="66" w="378">
                  <a:moveTo>
                    <a:pt x="0" y="0"/>
                  </a:moveTo>
                  <a:lnTo>
                    <a:pt x="0" y="3"/>
                  </a:lnTo>
                  <a:lnTo>
                    <a:pt x="2" y="6"/>
                  </a:lnTo>
                  <a:lnTo>
                    <a:pt x="3" y="10"/>
                  </a:lnTo>
                  <a:lnTo>
                    <a:pt x="5" y="13"/>
                  </a:lnTo>
                  <a:lnTo>
                    <a:pt x="7" y="17"/>
                  </a:lnTo>
                  <a:lnTo>
                    <a:pt x="8" y="18"/>
                  </a:lnTo>
                  <a:lnTo>
                    <a:pt x="11" y="23"/>
                  </a:lnTo>
                  <a:lnTo>
                    <a:pt x="16" y="25"/>
                  </a:lnTo>
                  <a:lnTo>
                    <a:pt x="19" y="27"/>
                  </a:lnTo>
                  <a:lnTo>
                    <a:pt x="22" y="30"/>
                  </a:lnTo>
                  <a:lnTo>
                    <a:pt x="29" y="34"/>
                  </a:lnTo>
                  <a:lnTo>
                    <a:pt x="32" y="37"/>
                  </a:lnTo>
                  <a:lnTo>
                    <a:pt x="38" y="39"/>
                  </a:lnTo>
                  <a:lnTo>
                    <a:pt x="43" y="40"/>
                  </a:lnTo>
                  <a:lnTo>
                    <a:pt x="49" y="44"/>
                  </a:lnTo>
                  <a:lnTo>
                    <a:pt x="55" y="46"/>
                  </a:lnTo>
                  <a:lnTo>
                    <a:pt x="62" y="47"/>
                  </a:lnTo>
                  <a:lnTo>
                    <a:pt x="68" y="51"/>
                  </a:lnTo>
                  <a:lnTo>
                    <a:pt x="76" y="52"/>
                  </a:lnTo>
                  <a:lnTo>
                    <a:pt x="84" y="54"/>
                  </a:lnTo>
                  <a:lnTo>
                    <a:pt x="92" y="58"/>
                  </a:lnTo>
                  <a:lnTo>
                    <a:pt x="99" y="58"/>
                  </a:lnTo>
                  <a:lnTo>
                    <a:pt x="107" y="59"/>
                  </a:lnTo>
                  <a:lnTo>
                    <a:pt x="117" y="61"/>
                  </a:lnTo>
                  <a:lnTo>
                    <a:pt x="125" y="61"/>
                  </a:lnTo>
                  <a:lnTo>
                    <a:pt x="132" y="64"/>
                  </a:lnTo>
                  <a:lnTo>
                    <a:pt x="151" y="64"/>
                  </a:lnTo>
                  <a:lnTo>
                    <a:pt x="161" y="66"/>
                  </a:lnTo>
                  <a:lnTo>
                    <a:pt x="217" y="66"/>
                  </a:lnTo>
                  <a:lnTo>
                    <a:pt x="225" y="64"/>
                  </a:lnTo>
                  <a:lnTo>
                    <a:pt x="244" y="64"/>
                  </a:lnTo>
                  <a:lnTo>
                    <a:pt x="253" y="61"/>
                  </a:lnTo>
                  <a:lnTo>
                    <a:pt x="261" y="61"/>
                  </a:lnTo>
                  <a:lnTo>
                    <a:pt x="271" y="59"/>
                  </a:lnTo>
                  <a:lnTo>
                    <a:pt x="279" y="58"/>
                  </a:lnTo>
                  <a:lnTo>
                    <a:pt x="286" y="58"/>
                  </a:lnTo>
                  <a:lnTo>
                    <a:pt x="294" y="54"/>
                  </a:lnTo>
                  <a:lnTo>
                    <a:pt x="301" y="52"/>
                  </a:lnTo>
                  <a:lnTo>
                    <a:pt x="309" y="51"/>
                  </a:lnTo>
                  <a:lnTo>
                    <a:pt x="315" y="47"/>
                  </a:lnTo>
                  <a:lnTo>
                    <a:pt x="323" y="46"/>
                  </a:lnTo>
                  <a:lnTo>
                    <a:pt x="329" y="44"/>
                  </a:lnTo>
                  <a:lnTo>
                    <a:pt x="335" y="40"/>
                  </a:lnTo>
                  <a:lnTo>
                    <a:pt x="340" y="39"/>
                  </a:lnTo>
                  <a:lnTo>
                    <a:pt x="346" y="37"/>
                  </a:lnTo>
                  <a:lnTo>
                    <a:pt x="349" y="34"/>
                  </a:lnTo>
                  <a:lnTo>
                    <a:pt x="356" y="30"/>
                  </a:lnTo>
                  <a:lnTo>
                    <a:pt x="359" y="27"/>
                  </a:lnTo>
                  <a:lnTo>
                    <a:pt x="362" y="25"/>
                  </a:lnTo>
                  <a:lnTo>
                    <a:pt x="367" y="23"/>
                  </a:lnTo>
                  <a:lnTo>
                    <a:pt x="370" y="18"/>
                  </a:lnTo>
                  <a:lnTo>
                    <a:pt x="371" y="17"/>
                  </a:lnTo>
                  <a:lnTo>
                    <a:pt x="373" y="13"/>
                  </a:lnTo>
                  <a:lnTo>
                    <a:pt x="375" y="10"/>
                  </a:lnTo>
                  <a:lnTo>
                    <a:pt x="376" y="6"/>
                  </a:lnTo>
                  <a:lnTo>
                    <a:pt x="378" y="3"/>
                  </a:lnTo>
                  <a:lnTo>
                    <a:pt x="37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3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3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97" name="Google Shape;597;p23"/>
          <p:cNvSpPr/>
          <p:nvPr/>
        </p:nvSpPr>
        <p:spPr>
          <a:xfrm>
            <a:off x="457200" y="1085850"/>
            <a:ext cx="1905000" cy="3200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3"/>
          <p:cNvSpPr/>
          <p:nvPr/>
        </p:nvSpPr>
        <p:spPr>
          <a:xfrm>
            <a:off x="609600" y="1257300"/>
            <a:ext cx="1600200" cy="571500"/>
          </a:xfrm>
          <a:prstGeom prst="rect">
            <a:avLst/>
          </a:prstGeom>
          <a:gradFill>
            <a:gsLst>
              <a:gs pos="0">
                <a:srgbClr val="0066FF"/>
              </a:gs>
              <a:gs pos="50000">
                <a:srgbClr val="FFFFFF">
                  <a:alpha val="49803"/>
                </a:srgbClr>
              </a:gs>
              <a:gs pos="100000">
                <a:srgbClr val="0066FF"/>
              </a:gs>
            </a:gsLst>
            <a:lin ang="5400000" scaled="0"/>
          </a:gradFill>
          <a:ln cap="flat" cmpd="sng" w="9525">
            <a:solidFill>
              <a:srgbClr val="0066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0066FF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 Layer</a:t>
            </a:r>
            <a:endParaRPr/>
          </a:p>
        </p:txBody>
      </p:sp>
      <p:sp>
        <p:nvSpPr>
          <p:cNvPr id="599" name="Google Shape;599;p23"/>
          <p:cNvSpPr/>
          <p:nvPr/>
        </p:nvSpPr>
        <p:spPr>
          <a:xfrm>
            <a:off x="3810000" y="2171700"/>
            <a:ext cx="1600200" cy="514500"/>
          </a:xfrm>
          <a:prstGeom prst="rect">
            <a:avLst/>
          </a:prstGeom>
          <a:gradFill>
            <a:gsLst>
              <a:gs pos="0">
                <a:srgbClr val="66FF33"/>
              </a:gs>
              <a:gs pos="50000">
                <a:srgbClr val="FFFFFF">
                  <a:alpha val="49803"/>
                </a:srgbClr>
              </a:gs>
              <a:gs pos="100000">
                <a:srgbClr val="66FF33"/>
              </a:gs>
            </a:gsLst>
            <a:lin ang="5400000" scaled="0"/>
          </a:gradFill>
          <a:ln cap="flat" cmpd="sng" w="9525">
            <a:solidFill>
              <a:srgbClr val="33CC33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99FF33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Layer</a:t>
            </a:r>
            <a:endParaRPr/>
          </a:p>
        </p:txBody>
      </p:sp>
      <p:sp>
        <p:nvSpPr>
          <p:cNvPr id="600" name="Google Shape;600;p23"/>
          <p:cNvSpPr/>
          <p:nvPr/>
        </p:nvSpPr>
        <p:spPr>
          <a:xfrm>
            <a:off x="3657600" y="1085850"/>
            <a:ext cx="1905000" cy="3200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3"/>
          <p:cNvSpPr/>
          <p:nvPr/>
        </p:nvSpPr>
        <p:spPr>
          <a:xfrm>
            <a:off x="3810000" y="3028950"/>
            <a:ext cx="1600200" cy="514500"/>
          </a:xfrm>
          <a:prstGeom prst="rect">
            <a:avLst/>
          </a:prstGeom>
          <a:gradFill>
            <a:gsLst>
              <a:gs pos="0">
                <a:srgbClr val="FF66CC"/>
              </a:gs>
              <a:gs pos="50000">
                <a:schemeClr val="lt1"/>
              </a:gs>
              <a:gs pos="100000">
                <a:srgbClr val="FF66CC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Access Layer</a:t>
            </a:r>
            <a:endParaRPr/>
          </a:p>
        </p:txBody>
      </p:sp>
      <p:sp>
        <p:nvSpPr>
          <p:cNvPr id="602" name="Google Shape;602;p23"/>
          <p:cNvSpPr/>
          <p:nvPr/>
        </p:nvSpPr>
        <p:spPr>
          <a:xfrm>
            <a:off x="3810000" y="1857375"/>
            <a:ext cx="1600182" cy="285768"/>
          </a:xfrm>
          <a:prstGeom prst="flowChartTerminator">
            <a:avLst/>
          </a:prstGeom>
          <a:gradFill>
            <a:gsLst>
              <a:gs pos="0">
                <a:srgbClr val="FF0000"/>
              </a:gs>
              <a:gs pos="5000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service</a:t>
            </a:r>
            <a:endParaRPr/>
          </a:p>
        </p:txBody>
      </p:sp>
      <p:sp>
        <p:nvSpPr>
          <p:cNvPr id="603" name="Google Shape;603;p23"/>
          <p:cNvSpPr/>
          <p:nvPr/>
        </p:nvSpPr>
        <p:spPr>
          <a:xfrm>
            <a:off x="609600" y="1857375"/>
            <a:ext cx="1600182" cy="285768"/>
          </a:xfrm>
          <a:prstGeom prst="flowChartTerminator">
            <a:avLst/>
          </a:prstGeom>
          <a:gradFill>
            <a:gsLst>
              <a:gs pos="0">
                <a:srgbClr val="FF0000"/>
              </a:gs>
              <a:gs pos="5000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WS client</a:t>
            </a:r>
            <a:endParaRPr/>
          </a:p>
        </p:txBody>
      </p:sp>
      <p:sp>
        <p:nvSpPr>
          <p:cNvPr id="604" name="Google Shape;604;p23"/>
          <p:cNvSpPr/>
          <p:nvPr/>
        </p:nvSpPr>
        <p:spPr>
          <a:xfrm>
            <a:off x="2247900" y="1924050"/>
            <a:ext cx="1524000" cy="171600"/>
          </a:xfrm>
          <a:prstGeom prst="leftRightArrow">
            <a:avLst>
              <a:gd fmla="val 50000" name="adj1"/>
              <a:gd fmla="val 133333" name="adj2"/>
            </a:avLst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5" name="Google Shape;605;p23"/>
          <p:cNvGrpSpPr/>
          <p:nvPr/>
        </p:nvGrpSpPr>
        <p:grpSpPr>
          <a:xfrm>
            <a:off x="3962400" y="3657600"/>
            <a:ext cx="1295400" cy="486966"/>
            <a:chOff x="2496" y="3072"/>
            <a:chExt cx="816" cy="409"/>
          </a:xfrm>
        </p:grpSpPr>
        <p:sp>
          <p:nvSpPr>
            <p:cNvPr id="606" name="Google Shape;606;p23"/>
            <p:cNvSpPr/>
            <p:nvPr/>
          </p:nvSpPr>
          <p:spPr>
            <a:xfrm>
              <a:off x="2496" y="3072"/>
              <a:ext cx="816" cy="409"/>
            </a:xfrm>
            <a:custGeom>
              <a:rect b="b" l="l" r="r" t="t"/>
              <a:pathLst>
                <a:path extrusionOk="0" h="409" w="378">
                  <a:moveTo>
                    <a:pt x="378" y="342"/>
                  </a:moveTo>
                  <a:lnTo>
                    <a:pt x="378" y="346"/>
                  </a:lnTo>
                  <a:lnTo>
                    <a:pt x="376" y="349"/>
                  </a:lnTo>
                  <a:lnTo>
                    <a:pt x="375" y="352"/>
                  </a:lnTo>
                  <a:lnTo>
                    <a:pt x="373" y="356"/>
                  </a:lnTo>
                  <a:lnTo>
                    <a:pt x="370" y="363"/>
                  </a:lnTo>
                  <a:lnTo>
                    <a:pt x="367" y="366"/>
                  </a:lnTo>
                  <a:lnTo>
                    <a:pt x="362" y="368"/>
                  </a:lnTo>
                  <a:lnTo>
                    <a:pt x="359" y="373"/>
                  </a:lnTo>
                  <a:lnTo>
                    <a:pt x="356" y="375"/>
                  </a:lnTo>
                  <a:lnTo>
                    <a:pt x="349" y="376"/>
                  </a:lnTo>
                  <a:lnTo>
                    <a:pt x="346" y="380"/>
                  </a:lnTo>
                  <a:lnTo>
                    <a:pt x="340" y="381"/>
                  </a:lnTo>
                  <a:lnTo>
                    <a:pt x="335" y="383"/>
                  </a:lnTo>
                  <a:lnTo>
                    <a:pt x="329" y="386"/>
                  </a:lnTo>
                  <a:lnTo>
                    <a:pt x="323" y="390"/>
                  </a:lnTo>
                  <a:lnTo>
                    <a:pt x="315" y="390"/>
                  </a:lnTo>
                  <a:lnTo>
                    <a:pt x="309" y="393"/>
                  </a:lnTo>
                  <a:lnTo>
                    <a:pt x="301" y="395"/>
                  </a:lnTo>
                  <a:lnTo>
                    <a:pt x="294" y="397"/>
                  </a:lnTo>
                  <a:lnTo>
                    <a:pt x="286" y="400"/>
                  </a:lnTo>
                  <a:lnTo>
                    <a:pt x="279" y="400"/>
                  </a:lnTo>
                  <a:lnTo>
                    <a:pt x="271" y="402"/>
                  </a:lnTo>
                  <a:lnTo>
                    <a:pt x="261" y="404"/>
                  </a:lnTo>
                  <a:lnTo>
                    <a:pt x="253" y="404"/>
                  </a:lnTo>
                  <a:lnTo>
                    <a:pt x="244" y="407"/>
                  </a:lnTo>
                  <a:lnTo>
                    <a:pt x="225" y="407"/>
                  </a:lnTo>
                  <a:lnTo>
                    <a:pt x="217" y="409"/>
                  </a:lnTo>
                  <a:lnTo>
                    <a:pt x="161" y="409"/>
                  </a:lnTo>
                  <a:lnTo>
                    <a:pt x="151" y="407"/>
                  </a:lnTo>
                  <a:lnTo>
                    <a:pt x="132" y="407"/>
                  </a:lnTo>
                  <a:lnTo>
                    <a:pt x="125" y="404"/>
                  </a:lnTo>
                  <a:lnTo>
                    <a:pt x="117" y="404"/>
                  </a:lnTo>
                  <a:lnTo>
                    <a:pt x="107" y="402"/>
                  </a:lnTo>
                  <a:lnTo>
                    <a:pt x="99" y="400"/>
                  </a:lnTo>
                  <a:lnTo>
                    <a:pt x="92" y="400"/>
                  </a:lnTo>
                  <a:lnTo>
                    <a:pt x="84" y="397"/>
                  </a:lnTo>
                  <a:lnTo>
                    <a:pt x="76" y="395"/>
                  </a:lnTo>
                  <a:lnTo>
                    <a:pt x="68" y="393"/>
                  </a:lnTo>
                  <a:lnTo>
                    <a:pt x="62" y="390"/>
                  </a:lnTo>
                  <a:lnTo>
                    <a:pt x="55" y="390"/>
                  </a:lnTo>
                  <a:lnTo>
                    <a:pt x="49" y="386"/>
                  </a:lnTo>
                  <a:lnTo>
                    <a:pt x="43" y="383"/>
                  </a:lnTo>
                  <a:lnTo>
                    <a:pt x="38" y="381"/>
                  </a:lnTo>
                  <a:lnTo>
                    <a:pt x="32" y="380"/>
                  </a:lnTo>
                  <a:lnTo>
                    <a:pt x="29" y="376"/>
                  </a:lnTo>
                  <a:lnTo>
                    <a:pt x="22" y="375"/>
                  </a:lnTo>
                  <a:lnTo>
                    <a:pt x="19" y="373"/>
                  </a:lnTo>
                  <a:lnTo>
                    <a:pt x="16" y="368"/>
                  </a:lnTo>
                  <a:lnTo>
                    <a:pt x="11" y="366"/>
                  </a:lnTo>
                  <a:lnTo>
                    <a:pt x="8" y="363"/>
                  </a:lnTo>
                  <a:lnTo>
                    <a:pt x="5" y="356"/>
                  </a:lnTo>
                  <a:lnTo>
                    <a:pt x="3" y="352"/>
                  </a:lnTo>
                  <a:lnTo>
                    <a:pt x="2" y="349"/>
                  </a:lnTo>
                  <a:lnTo>
                    <a:pt x="0" y="346"/>
                  </a:lnTo>
                  <a:lnTo>
                    <a:pt x="0" y="342"/>
                  </a:lnTo>
                  <a:lnTo>
                    <a:pt x="0" y="340"/>
                  </a:lnTo>
                  <a:lnTo>
                    <a:pt x="0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2" y="56"/>
                  </a:lnTo>
                  <a:lnTo>
                    <a:pt x="3" y="54"/>
                  </a:lnTo>
                  <a:lnTo>
                    <a:pt x="5" y="49"/>
                  </a:lnTo>
                  <a:lnTo>
                    <a:pt x="7" y="47"/>
                  </a:lnTo>
                  <a:lnTo>
                    <a:pt x="8" y="46"/>
                  </a:lnTo>
                  <a:lnTo>
                    <a:pt x="11" y="42"/>
                  </a:lnTo>
                  <a:lnTo>
                    <a:pt x="16" y="39"/>
                  </a:lnTo>
                  <a:lnTo>
                    <a:pt x="19" y="35"/>
                  </a:lnTo>
                  <a:lnTo>
                    <a:pt x="22" y="34"/>
                  </a:lnTo>
                  <a:lnTo>
                    <a:pt x="29" y="32"/>
                  </a:lnTo>
                  <a:lnTo>
                    <a:pt x="32" y="28"/>
                  </a:lnTo>
                  <a:lnTo>
                    <a:pt x="38" y="25"/>
                  </a:lnTo>
                  <a:lnTo>
                    <a:pt x="43" y="22"/>
                  </a:lnTo>
                  <a:lnTo>
                    <a:pt x="49" y="20"/>
                  </a:lnTo>
                  <a:lnTo>
                    <a:pt x="55" y="18"/>
                  </a:lnTo>
                  <a:lnTo>
                    <a:pt x="62" y="15"/>
                  </a:lnTo>
                  <a:lnTo>
                    <a:pt x="68" y="15"/>
                  </a:lnTo>
                  <a:lnTo>
                    <a:pt x="76" y="13"/>
                  </a:lnTo>
                  <a:lnTo>
                    <a:pt x="84" y="11"/>
                  </a:lnTo>
                  <a:lnTo>
                    <a:pt x="92" y="8"/>
                  </a:lnTo>
                  <a:lnTo>
                    <a:pt x="99" y="6"/>
                  </a:lnTo>
                  <a:lnTo>
                    <a:pt x="107" y="6"/>
                  </a:lnTo>
                  <a:lnTo>
                    <a:pt x="117" y="5"/>
                  </a:lnTo>
                  <a:lnTo>
                    <a:pt x="125" y="5"/>
                  </a:lnTo>
                  <a:lnTo>
                    <a:pt x="132" y="1"/>
                  </a:lnTo>
                  <a:lnTo>
                    <a:pt x="151" y="1"/>
                  </a:lnTo>
                  <a:lnTo>
                    <a:pt x="161" y="0"/>
                  </a:lnTo>
                  <a:lnTo>
                    <a:pt x="217" y="0"/>
                  </a:lnTo>
                  <a:lnTo>
                    <a:pt x="225" y="1"/>
                  </a:lnTo>
                  <a:lnTo>
                    <a:pt x="244" y="1"/>
                  </a:lnTo>
                  <a:lnTo>
                    <a:pt x="253" y="5"/>
                  </a:lnTo>
                  <a:lnTo>
                    <a:pt x="261" y="5"/>
                  </a:lnTo>
                  <a:lnTo>
                    <a:pt x="271" y="6"/>
                  </a:lnTo>
                  <a:lnTo>
                    <a:pt x="279" y="6"/>
                  </a:lnTo>
                  <a:lnTo>
                    <a:pt x="286" y="8"/>
                  </a:lnTo>
                  <a:lnTo>
                    <a:pt x="294" y="11"/>
                  </a:lnTo>
                  <a:lnTo>
                    <a:pt x="301" y="13"/>
                  </a:lnTo>
                  <a:lnTo>
                    <a:pt x="309" y="15"/>
                  </a:lnTo>
                  <a:lnTo>
                    <a:pt x="315" y="15"/>
                  </a:lnTo>
                  <a:lnTo>
                    <a:pt x="323" y="18"/>
                  </a:lnTo>
                  <a:lnTo>
                    <a:pt x="329" y="20"/>
                  </a:lnTo>
                  <a:lnTo>
                    <a:pt x="335" y="22"/>
                  </a:lnTo>
                  <a:lnTo>
                    <a:pt x="340" y="25"/>
                  </a:lnTo>
                  <a:lnTo>
                    <a:pt x="346" y="28"/>
                  </a:lnTo>
                  <a:lnTo>
                    <a:pt x="349" y="32"/>
                  </a:lnTo>
                  <a:lnTo>
                    <a:pt x="356" y="34"/>
                  </a:lnTo>
                  <a:lnTo>
                    <a:pt x="359" y="35"/>
                  </a:lnTo>
                  <a:lnTo>
                    <a:pt x="362" y="39"/>
                  </a:lnTo>
                  <a:lnTo>
                    <a:pt x="367" y="42"/>
                  </a:lnTo>
                  <a:lnTo>
                    <a:pt x="370" y="46"/>
                  </a:lnTo>
                  <a:lnTo>
                    <a:pt x="371" y="47"/>
                  </a:lnTo>
                  <a:lnTo>
                    <a:pt x="373" y="49"/>
                  </a:lnTo>
                  <a:lnTo>
                    <a:pt x="375" y="54"/>
                  </a:lnTo>
                  <a:lnTo>
                    <a:pt x="376" y="56"/>
                  </a:lnTo>
                  <a:lnTo>
                    <a:pt x="378" y="61"/>
                  </a:lnTo>
                  <a:lnTo>
                    <a:pt x="378" y="63"/>
                  </a:lnTo>
                  <a:lnTo>
                    <a:pt x="378" y="66"/>
                  </a:lnTo>
                  <a:lnTo>
                    <a:pt x="378" y="339"/>
                  </a:lnTo>
                  <a:lnTo>
                    <a:pt x="378" y="342"/>
                  </a:lnTo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2496" y="3135"/>
              <a:ext cx="816" cy="66"/>
            </a:xfrm>
            <a:custGeom>
              <a:rect b="b" l="l" r="r" t="t"/>
              <a:pathLst>
                <a:path extrusionOk="0" h="66" w="378">
                  <a:moveTo>
                    <a:pt x="0" y="0"/>
                  </a:moveTo>
                  <a:lnTo>
                    <a:pt x="0" y="3"/>
                  </a:lnTo>
                  <a:lnTo>
                    <a:pt x="2" y="6"/>
                  </a:lnTo>
                  <a:lnTo>
                    <a:pt x="3" y="10"/>
                  </a:lnTo>
                  <a:lnTo>
                    <a:pt x="5" y="13"/>
                  </a:lnTo>
                  <a:lnTo>
                    <a:pt x="7" y="17"/>
                  </a:lnTo>
                  <a:lnTo>
                    <a:pt x="8" y="18"/>
                  </a:lnTo>
                  <a:lnTo>
                    <a:pt x="11" y="23"/>
                  </a:lnTo>
                  <a:lnTo>
                    <a:pt x="16" y="25"/>
                  </a:lnTo>
                  <a:lnTo>
                    <a:pt x="19" y="27"/>
                  </a:lnTo>
                  <a:lnTo>
                    <a:pt x="22" y="30"/>
                  </a:lnTo>
                  <a:lnTo>
                    <a:pt x="29" y="34"/>
                  </a:lnTo>
                  <a:lnTo>
                    <a:pt x="32" y="37"/>
                  </a:lnTo>
                  <a:lnTo>
                    <a:pt x="38" y="39"/>
                  </a:lnTo>
                  <a:lnTo>
                    <a:pt x="43" y="40"/>
                  </a:lnTo>
                  <a:lnTo>
                    <a:pt x="49" y="44"/>
                  </a:lnTo>
                  <a:lnTo>
                    <a:pt x="55" y="46"/>
                  </a:lnTo>
                  <a:lnTo>
                    <a:pt x="62" y="47"/>
                  </a:lnTo>
                  <a:lnTo>
                    <a:pt x="68" y="51"/>
                  </a:lnTo>
                  <a:lnTo>
                    <a:pt x="76" y="52"/>
                  </a:lnTo>
                  <a:lnTo>
                    <a:pt x="84" y="54"/>
                  </a:lnTo>
                  <a:lnTo>
                    <a:pt x="92" y="58"/>
                  </a:lnTo>
                  <a:lnTo>
                    <a:pt x="99" y="58"/>
                  </a:lnTo>
                  <a:lnTo>
                    <a:pt x="107" y="59"/>
                  </a:lnTo>
                  <a:lnTo>
                    <a:pt x="117" y="61"/>
                  </a:lnTo>
                  <a:lnTo>
                    <a:pt x="125" y="61"/>
                  </a:lnTo>
                  <a:lnTo>
                    <a:pt x="132" y="64"/>
                  </a:lnTo>
                  <a:lnTo>
                    <a:pt x="151" y="64"/>
                  </a:lnTo>
                  <a:lnTo>
                    <a:pt x="161" y="66"/>
                  </a:lnTo>
                  <a:lnTo>
                    <a:pt x="217" y="66"/>
                  </a:lnTo>
                  <a:lnTo>
                    <a:pt x="225" y="64"/>
                  </a:lnTo>
                  <a:lnTo>
                    <a:pt x="244" y="64"/>
                  </a:lnTo>
                  <a:lnTo>
                    <a:pt x="253" y="61"/>
                  </a:lnTo>
                  <a:lnTo>
                    <a:pt x="261" y="61"/>
                  </a:lnTo>
                  <a:lnTo>
                    <a:pt x="271" y="59"/>
                  </a:lnTo>
                  <a:lnTo>
                    <a:pt x="279" y="58"/>
                  </a:lnTo>
                  <a:lnTo>
                    <a:pt x="286" y="58"/>
                  </a:lnTo>
                  <a:lnTo>
                    <a:pt x="294" y="54"/>
                  </a:lnTo>
                  <a:lnTo>
                    <a:pt x="301" y="52"/>
                  </a:lnTo>
                  <a:lnTo>
                    <a:pt x="309" y="51"/>
                  </a:lnTo>
                  <a:lnTo>
                    <a:pt x="315" y="47"/>
                  </a:lnTo>
                  <a:lnTo>
                    <a:pt x="323" y="46"/>
                  </a:lnTo>
                  <a:lnTo>
                    <a:pt x="329" y="44"/>
                  </a:lnTo>
                  <a:lnTo>
                    <a:pt x="335" y="40"/>
                  </a:lnTo>
                  <a:lnTo>
                    <a:pt x="340" y="39"/>
                  </a:lnTo>
                  <a:lnTo>
                    <a:pt x="346" y="37"/>
                  </a:lnTo>
                  <a:lnTo>
                    <a:pt x="349" y="34"/>
                  </a:lnTo>
                  <a:lnTo>
                    <a:pt x="356" y="30"/>
                  </a:lnTo>
                  <a:lnTo>
                    <a:pt x="359" y="27"/>
                  </a:lnTo>
                  <a:lnTo>
                    <a:pt x="362" y="25"/>
                  </a:lnTo>
                  <a:lnTo>
                    <a:pt x="367" y="23"/>
                  </a:lnTo>
                  <a:lnTo>
                    <a:pt x="370" y="18"/>
                  </a:lnTo>
                  <a:lnTo>
                    <a:pt x="371" y="17"/>
                  </a:lnTo>
                  <a:lnTo>
                    <a:pt x="373" y="13"/>
                  </a:lnTo>
                  <a:lnTo>
                    <a:pt x="375" y="10"/>
                  </a:lnTo>
                  <a:lnTo>
                    <a:pt x="376" y="6"/>
                  </a:lnTo>
                  <a:lnTo>
                    <a:pt x="378" y="3"/>
                  </a:lnTo>
                  <a:lnTo>
                    <a:pt x="37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4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4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614" name="Google Shape;614;p24"/>
          <p:cNvSpPr/>
          <p:nvPr/>
        </p:nvSpPr>
        <p:spPr>
          <a:xfrm>
            <a:off x="457200" y="1085850"/>
            <a:ext cx="1905000" cy="3200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4"/>
          <p:cNvSpPr/>
          <p:nvPr/>
        </p:nvSpPr>
        <p:spPr>
          <a:xfrm>
            <a:off x="609600" y="1257300"/>
            <a:ext cx="1600200" cy="571500"/>
          </a:xfrm>
          <a:prstGeom prst="rect">
            <a:avLst/>
          </a:prstGeom>
          <a:gradFill>
            <a:gsLst>
              <a:gs pos="0">
                <a:srgbClr val="0066FF"/>
              </a:gs>
              <a:gs pos="50000">
                <a:srgbClr val="FFFFFF">
                  <a:alpha val="49803"/>
                </a:srgbClr>
              </a:gs>
              <a:gs pos="100000">
                <a:srgbClr val="0066FF"/>
              </a:gs>
            </a:gsLst>
            <a:lin ang="5400000" scaled="0"/>
          </a:gradFill>
          <a:ln cap="flat" cmpd="sng" w="9525">
            <a:solidFill>
              <a:srgbClr val="0066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0066FF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 Layer</a:t>
            </a:r>
            <a:endParaRPr/>
          </a:p>
        </p:txBody>
      </p:sp>
      <p:sp>
        <p:nvSpPr>
          <p:cNvPr id="616" name="Google Shape;616;p24"/>
          <p:cNvSpPr/>
          <p:nvPr/>
        </p:nvSpPr>
        <p:spPr>
          <a:xfrm>
            <a:off x="3810000" y="2171700"/>
            <a:ext cx="1600200" cy="514500"/>
          </a:xfrm>
          <a:prstGeom prst="rect">
            <a:avLst/>
          </a:prstGeom>
          <a:gradFill>
            <a:gsLst>
              <a:gs pos="0">
                <a:srgbClr val="66FF33"/>
              </a:gs>
              <a:gs pos="50000">
                <a:srgbClr val="FFFFFF">
                  <a:alpha val="49803"/>
                </a:srgbClr>
              </a:gs>
              <a:gs pos="100000">
                <a:srgbClr val="66FF33"/>
              </a:gs>
            </a:gsLst>
            <a:lin ang="5400000" scaled="0"/>
          </a:gradFill>
          <a:ln cap="flat" cmpd="sng" w="9525">
            <a:solidFill>
              <a:srgbClr val="33CC33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99FF33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Layer</a:t>
            </a:r>
            <a:endParaRPr/>
          </a:p>
        </p:txBody>
      </p:sp>
      <p:sp>
        <p:nvSpPr>
          <p:cNvPr id="617" name="Google Shape;617;p24"/>
          <p:cNvSpPr/>
          <p:nvPr/>
        </p:nvSpPr>
        <p:spPr>
          <a:xfrm>
            <a:off x="3657600" y="1085850"/>
            <a:ext cx="1905000" cy="3200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4"/>
          <p:cNvSpPr/>
          <p:nvPr/>
        </p:nvSpPr>
        <p:spPr>
          <a:xfrm>
            <a:off x="3810000" y="1857375"/>
            <a:ext cx="1600182" cy="285768"/>
          </a:xfrm>
          <a:prstGeom prst="flowChartTerminator">
            <a:avLst/>
          </a:prstGeom>
          <a:gradFill>
            <a:gsLst>
              <a:gs pos="0">
                <a:srgbClr val="FF0000"/>
              </a:gs>
              <a:gs pos="5000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service</a:t>
            </a:r>
            <a:endParaRPr/>
          </a:p>
        </p:txBody>
      </p:sp>
      <p:sp>
        <p:nvSpPr>
          <p:cNvPr id="619" name="Google Shape;619;p24"/>
          <p:cNvSpPr/>
          <p:nvPr/>
        </p:nvSpPr>
        <p:spPr>
          <a:xfrm>
            <a:off x="609600" y="1857375"/>
            <a:ext cx="1600182" cy="285768"/>
          </a:xfrm>
          <a:prstGeom prst="flowChartTerminator">
            <a:avLst/>
          </a:prstGeom>
          <a:gradFill>
            <a:gsLst>
              <a:gs pos="0">
                <a:srgbClr val="FF0000"/>
              </a:gs>
              <a:gs pos="5000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WS client</a:t>
            </a:r>
            <a:endParaRPr/>
          </a:p>
        </p:txBody>
      </p:sp>
      <p:sp>
        <p:nvSpPr>
          <p:cNvPr id="620" name="Google Shape;620;p24"/>
          <p:cNvSpPr/>
          <p:nvPr/>
        </p:nvSpPr>
        <p:spPr>
          <a:xfrm>
            <a:off x="2247900" y="1924050"/>
            <a:ext cx="1524000" cy="171600"/>
          </a:xfrm>
          <a:prstGeom prst="leftRightArrow">
            <a:avLst>
              <a:gd fmla="val 50000" name="adj1"/>
              <a:gd fmla="val 133333" name="adj2"/>
            </a:avLst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4"/>
          <p:cNvSpPr/>
          <p:nvPr/>
        </p:nvSpPr>
        <p:spPr>
          <a:xfrm>
            <a:off x="6781800" y="1085850"/>
            <a:ext cx="1905000" cy="3200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4"/>
          <p:cNvSpPr/>
          <p:nvPr/>
        </p:nvSpPr>
        <p:spPr>
          <a:xfrm>
            <a:off x="3810000" y="3028950"/>
            <a:ext cx="1600200" cy="514500"/>
          </a:xfrm>
          <a:prstGeom prst="rect">
            <a:avLst/>
          </a:prstGeom>
          <a:gradFill>
            <a:gsLst>
              <a:gs pos="0">
                <a:srgbClr val="FF66CC"/>
              </a:gs>
              <a:gs pos="50000">
                <a:schemeClr val="lt1"/>
              </a:gs>
              <a:gs pos="100000">
                <a:srgbClr val="FF66CC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Access Layer</a:t>
            </a:r>
            <a:endParaRPr/>
          </a:p>
        </p:txBody>
      </p:sp>
      <p:sp>
        <p:nvSpPr>
          <p:cNvPr id="623" name="Google Shape;623;p24"/>
          <p:cNvSpPr/>
          <p:nvPr/>
        </p:nvSpPr>
        <p:spPr>
          <a:xfrm rot="1109531">
            <a:off x="5441194" y="3423732"/>
            <a:ext cx="1614565" cy="182133"/>
          </a:xfrm>
          <a:prstGeom prst="leftRightArrow">
            <a:avLst>
              <a:gd fmla="val 50000" name="adj1"/>
              <a:gd fmla="val 146667" name="adj2"/>
            </a:avLst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4" name="Google Shape;624;p24"/>
          <p:cNvGrpSpPr/>
          <p:nvPr/>
        </p:nvGrpSpPr>
        <p:grpSpPr>
          <a:xfrm>
            <a:off x="7086600" y="3657600"/>
            <a:ext cx="1295400" cy="486966"/>
            <a:chOff x="2496" y="3072"/>
            <a:chExt cx="816" cy="409"/>
          </a:xfrm>
        </p:grpSpPr>
        <p:sp>
          <p:nvSpPr>
            <p:cNvPr id="625" name="Google Shape;625;p24"/>
            <p:cNvSpPr/>
            <p:nvPr/>
          </p:nvSpPr>
          <p:spPr>
            <a:xfrm>
              <a:off x="2496" y="3072"/>
              <a:ext cx="816" cy="409"/>
            </a:xfrm>
            <a:custGeom>
              <a:rect b="b" l="l" r="r" t="t"/>
              <a:pathLst>
                <a:path extrusionOk="0" h="409" w="378">
                  <a:moveTo>
                    <a:pt x="378" y="342"/>
                  </a:moveTo>
                  <a:lnTo>
                    <a:pt x="378" y="346"/>
                  </a:lnTo>
                  <a:lnTo>
                    <a:pt x="376" y="349"/>
                  </a:lnTo>
                  <a:lnTo>
                    <a:pt x="375" y="352"/>
                  </a:lnTo>
                  <a:lnTo>
                    <a:pt x="373" y="356"/>
                  </a:lnTo>
                  <a:lnTo>
                    <a:pt x="370" y="363"/>
                  </a:lnTo>
                  <a:lnTo>
                    <a:pt x="367" y="366"/>
                  </a:lnTo>
                  <a:lnTo>
                    <a:pt x="362" y="368"/>
                  </a:lnTo>
                  <a:lnTo>
                    <a:pt x="359" y="373"/>
                  </a:lnTo>
                  <a:lnTo>
                    <a:pt x="356" y="375"/>
                  </a:lnTo>
                  <a:lnTo>
                    <a:pt x="349" y="376"/>
                  </a:lnTo>
                  <a:lnTo>
                    <a:pt x="346" y="380"/>
                  </a:lnTo>
                  <a:lnTo>
                    <a:pt x="340" y="381"/>
                  </a:lnTo>
                  <a:lnTo>
                    <a:pt x="335" y="383"/>
                  </a:lnTo>
                  <a:lnTo>
                    <a:pt x="329" y="386"/>
                  </a:lnTo>
                  <a:lnTo>
                    <a:pt x="323" y="390"/>
                  </a:lnTo>
                  <a:lnTo>
                    <a:pt x="315" y="390"/>
                  </a:lnTo>
                  <a:lnTo>
                    <a:pt x="309" y="393"/>
                  </a:lnTo>
                  <a:lnTo>
                    <a:pt x="301" y="395"/>
                  </a:lnTo>
                  <a:lnTo>
                    <a:pt x="294" y="397"/>
                  </a:lnTo>
                  <a:lnTo>
                    <a:pt x="286" y="400"/>
                  </a:lnTo>
                  <a:lnTo>
                    <a:pt x="279" y="400"/>
                  </a:lnTo>
                  <a:lnTo>
                    <a:pt x="271" y="402"/>
                  </a:lnTo>
                  <a:lnTo>
                    <a:pt x="261" y="404"/>
                  </a:lnTo>
                  <a:lnTo>
                    <a:pt x="253" y="404"/>
                  </a:lnTo>
                  <a:lnTo>
                    <a:pt x="244" y="407"/>
                  </a:lnTo>
                  <a:lnTo>
                    <a:pt x="225" y="407"/>
                  </a:lnTo>
                  <a:lnTo>
                    <a:pt x="217" y="409"/>
                  </a:lnTo>
                  <a:lnTo>
                    <a:pt x="161" y="409"/>
                  </a:lnTo>
                  <a:lnTo>
                    <a:pt x="151" y="407"/>
                  </a:lnTo>
                  <a:lnTo>
                    <a:pt x="132" y="407"/>
                  </a:lnTo>
                  <a:lnTo>
                    <a:pt x="125" y="404"/>
                  </a:lnTo>
                  <a:lnTo>
                    <a:pt x="117" y="404"/>
                  </a:lnTo>
                  <a:lnTo>
                    <a:pt x="107" y="402"/>
                  </a:lnTo>
                  <a:lnTo>
                    <a:pt x="99" y="400"/>
                  </a:lnTo>
                  <a:lnTo>
                    <a:pt x="92" y="400"/>
                  </a:lnTo>
                  <a:lnTo>
                    <a:pt x="84" y="397"/>
                  </a:lnTo>
                  <a:lnTo>
                    <a:pt x="76" y="395"/>
                  </a:lnTo>
                  <a:lnTo>
                    <a:pt x="68" y="393"/>
                  </a:lnTo>
                  <a:lnTo>
                    <a:pt x="62" y="390"/>
                  </a:lnTo>
                  <a:lnTo>
                    <a:pt x="55" y="390"/>
                  </a:lnTo>
                  <a:lnTo>
                    <a:pt x="49" y="386"/>
                  </a:lnTo>
                  <a:lnTo>
                    <a:pt x="43" y="383"/>
                  </a:lnTo>
                  <a:lnTo>
                    <a:pt x="38" y="381"/>
                  </a:lnTo>
                  <a:lnTo>
                    <a:pt x="32" y="380"/>
                  </a:lnTo>
                  <a:lnTo>
                    <a:pt x="29" y="376"/>
                  </a:lnTo>
                  <a:lnTo>
                    <a:pt x="22" y="375"/>
                  </a:lnTo>
                  <a:lnTo>
                    <a:pt x="19" y="373"/>
                  </a:lnTo>
                  <a:lnTo>
                    <a:pt x="16" y="368"/>
                  </a:lnTo>
                  <a:lnTo>
                    <a:pt x="11" y="366"/>
                  </a:lnTo>
                  <a:lnTo>
                    <a:pt x="8" y="363"/>
                  </a:lnTo>
                  <a:lnTo>
                    <a:pt x="5" y="356"/>
                  </a:lnTo>
                  <a:lnTo>
                    <a:pt x="3" y="352"/>
                  </a:lnTo>
                  <a:lnTo>
                    <a:pt x="2" y="349"/>
                  </a:lnTo>
                  <a:lnTo>
                    <a:pt x="0" y="346"/>
                  </a:lnTo>
                  <a:lnTo>
                    <a:pt x="0" y="342"/>
                  </a:lnTo>
                  <a:lnTo>
                    <a:pt x="0" y="340"/>
                  </a:lnTo>
                  <a:lnTo>
                    <a:pt x="0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2" y="56"/>
                  </a:lnTo>
                  <a:lnTo>
                    <a:pt x="3" y="54"/>
                  </a:lnTo>
                  <a:lnTo>
                    <a:pt x="5" y="49"/>
                  </a:lnTo>
                  <a:lnTo>
                    <a:pt x="7" y="47"/>
                  </a:lnTo>
                  <a:lnTo>
                    <a:pt x="8" y="46"/>
                  </a:lnTo>
                  <a:lnTo>
                    <a:pt x="11" y="42"/>
                  </a:lnTo>
                  <a:lnTo>
                    <a:pt x="16" y="39"/>
                  </a:lnTo>
                  <a:lnTo>
                    <a:pt x="19" y="35"/>
                  </a:lnTo>
                  <a:lnTo>
                    <a:pt x="22" y="34"/>
                  </a:lnTo>
                  <a:lnTo>
                    <a:pt x="29" y="32"/>
                  </a:lnTo>
                  <a:lnTo>
                    <a:pt x="32" y="28"/>
                  </a:lnTo>
                  <a:lnTo>
                    <a:pt x="38" y="25"/>
                  </a:lnTo>
                  <a:lnTo>
                    <a:pt x="43" y="22"/>
                  </a:lnTo>
                  <a:lnTo>
                    <a:pt x="49" y="20"/>
                  </a:lnTo>
                  <a:lnTo>
                    <a:pt x="55" y="18"/>
                  </a:lnTo>
                  <a:lnTo>
                    <a:pt x="62" y="15"/>
                  </a:lnTo>
                  <a:lnTo>
                    <a:pt x="68" y="15"/>
                  </a:lnTo>
                  <a:lnTo>
                    <a:pt x="76" y="13"/>
                  </a:lnTo>
                  <a:lnTo>
                    <a:pt x="84" y="11"/>
                  </a:lnTo>
                  <a:lnTo>
                    <a:pt x="92" y="8"/>
                  </a:lnTo>
                  <a:lnTo>
                    <a:pt x="99" y="6"/>
                  </a:lnTo>
                  <a:lnTo>
                    <a:pt x="107" y="6"/>
                  </a:lnTo>
                  <a:lnTo>
                    <a:pt x="117" y="5"/>
                  </a:lnTo>
                  <a:lnTo>
                    <a:pt x="125" y="5"/>
                  </a:lnTo>
                  <a:lnTo>
                    <a:pt x="132" y="1"/>
                  </a:lnTo>
                  <a:lnTo>
                    <a:pt x="151" y="1"/>
                  </a:lnTo>
                  <a:lnTo>
                    <a:pt x="161" y="0"/>
                  </a:lnTo>
                  <a:lnTo>
                    <a:pt x="217" y="0"/>
                  </a:lnTo>
                  <a:lnTo>
                    <a:pt x="225" y="1"/>
                  </a:lnTo>
                  <a:lnTo>
                    <a:pt x="244" y="1"/>
                  </a:lnTo>
                  <a:lnTo>
                    <a:pt x="253" y="5"/>
                  </a:lnTo>
                  <a:lnTo>
                    <a:pt x="261" y="5"/>
                  </a:lnTo>
                  <a:lnTo>
                    <a:pt x="271" y="6"/>
                  </a:lnTo>
                  <a:lnTo>
                    <a:pt x="279" y="6"/>
                  </a:lnTo>
                  <a:lnTo>
                    <a:pt x="286" y="8"/>
                  </a:lnTo>
                  <a:lnTo>
                    <a:pt x="294" y="11"/>
                  </a:lnTo>
                  <a:lnTo>
                    <a:pt x="301" y="13"/>
                  </a:lnTo>
                  <a:lnTo>
                    <a:pt x="309" y="15"/>
                  </a:lnTo>
                  <a:lnTo>
                    <a:pt x="315" y="15"/>
                  </a:lnTo>
                  <a:lnTo>
                    <a:pt x="323" y="18"/>
                  </a:lnTo>
                  <a:lnTo>
                    <a:pt x="329" y="20"/>
                  </a:lnTo>
                  <a:lnTo>
                    <a:pt x="335" y="22"/>
                  </a:lnTo>
                  <a:lnTo>
                    <a:pt x="340" y="25"/>
                  </a:lnTo>
                  <a:lnTo>
                    <a:pt x="346" y="28"/>
                  </a:lnTo>
                  <a:lnTo>
                    <a:pt x="349" y="32"/>
                  </a:lnTo>
                  <a:lnTo>
                    <a:pt x="356" y="34"/>
                  </a:lnTo>
                  <a:lnTo>
                    <a:pt x="359" y="35"/>
                  </a:lnTo>
                  <a:lnTo>
                    <a:pt x="362" y="39"/>
                  </a:lnTo>
                  <a:lnTo>
                    <a:pt x="367" y="42"/>
                  </a:lnTo>
                  <a:lnTo>
                    <a:pt x="370" y="46"/>
                  </a:lnTo>
                  <a:lnTo>
                    <a:pt x="371" y="47"/>
                  </a:lnTo>
                  <a:lnTo>
                    <a:pt x="373" y="49"/>
                  </a:lnTo>
                  <a:lnTo>
                    <a:pt x="375" y="54"/>
                  </a:lnTo>
                  <a:lnTo>
                    <a:pt x="376" y="56"/>
                  </a:lnTo>
                  <a:lnTo>
                    <a:pt x="378" y="61"/>
                  </a:lnTo>
                  <a:lnTo>
                    <a:pt x="378" y="63"/>
                  </a:lnTo>
                  <a:lnTo>
                    <a:pt x="378" y="66"/>
                  </a:lnTo>
                  <a:lnTo>
                    <a:pt x="378" y="339"/>
                  </a:lnTo>
                  <a:lnTo>
                    <a:pt x="378" y="342"/>
                  </a:lnTo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4"/>
            <p:cNvSpPr/>
            <p:nvPr/>
          </p:nvSpPr>
          <p:spPr>
            <a:xfrm>
              <a:off x="2496" y="3135"/>
              <a:ext cx="816" cy="66"/>
            </a:xfrm>
            <a:custGeom>
              <a:rect b="b" l="l" r="r" t="t"/>
              <a:pathLst>
                <a:path extrusionOk="0" h="66" w="378">
                  <a:moveTo>
                    <a:pt x="0" y="0"/>
                  </a:moveTo>
                  <a:lnTo>
                    <a:pt x="0" y="3"/>
                  </a:lnTo>
                  <a:lnTo>
                    <a:pt x="2" y="6"/>
                  </a:lnTo>
                  <a:lnTo>
                    <a:pt x="3" y="10"/>
                  </a:lnTo>
                  <a:lnTo>
                    <a:pt x="5" y="13"/>
                  </a:lnTo>
                  <a:lnTo>
                    <a:pt x="7" y="17"/>
                  </a:lnTo>
                  <a:lnTo>
                    <a:pt x="8" y="18"/>
                  </a:lnTo>
                  <a:lnTo>
                    <a:pt x="11" y="23"/>
                  </a:lnTo>
                  <a:lnTo>
                    <a:pt x="16" y="25"/>
                  </a:lnTo>
                  <a:lnTo>
                    <a:pt x="19" y="27"/>
                  </a:lnTo>
                  <a:lnTo>
                    <a:pt x="22" y="30"/>
                  </a:lnTo>
                  <a:lnTo>
                    <a:pt x="29" y="34"/>
                  </a:lnTo>
                  <a:lnTo>
                    <a:pt x="32" y="37"/>
                  </a:lnTo>
                  <a:lnTo>
                    <a:pt x="38" y="39"/>
                  </a:lnTo>
                  <a:lnTo>
                    <a:pt x="43" y="40"/>
                  </a:lnTo>
                  <a:lnTo>
                    <a:pt x="49" y="44"/>
                  </a:lnTo>
                  <a:lnTo>
                    <a:pt x="55" y="46"/>
                  </a:lnTo>
                  <a:lnTo>
                    <a:pt x="62" y="47"/>
                  </a:lnTo>
                  <a:lnTo>
                    <a:pt x="68" y="51"/>
                  </a:lnTo>
                  <a:lnTo>
                    <a:pt x="76" y="52"/>
                  </a:lnTo>
                  <a:lnTo>
                    <a:pt x="84" y="54"/>
                  </a:lnTo>
                  <a:lnTo>
                    <a:pt x="92" y="58"/>
                  </a:lnTo>
                  <a:lnTo>
                    <a:pt x="99" y="58"/>
                  </a:lnTo>
                  <a:lnTo>
                    <a:pt x="107" y="59"/>
                  </a:lnTo>
                  <a:lnTo>
                    <a:pt x="117" y="61"/>
                  </a:lnTo>
                  <a:lnTo>
                    <a:pt x="125" y="61"/>
                  </a:lnTo>
                  <a:lnTo>
                    <a:pt x="132" y="64"/>
                  </a:lnTo>
                  <a:lnTo>
                    <a:pt x="151" y="64"/>
                  </a:lnTo>
                  <a:lnTo>
                    <a:pt x="161" y="66"/>
                  </a:lnTo>
                  <a:lnTo>
                    <a:pt x="217" y="66"/>
                  </a:lnTo>
                  <a:lnTo>
                    <a:pt x="225" y="64"/>
                  </a:lnTo>
                  <a:lnTo>
                    <a:pt x="244" y="64"/>
                  </a:lnTo>
                  <a:lnTo>
                    <a:pt x="253" y="61"/>
                  </a:lnTo>
                  <a:lnTo>
                    <a:pt x="261" y="61"/>
                  </a:lnTo>
                  <a:lnTo>
                    <a:pt x="271" y="59"/>
                  </a:lnTo>
                  <a:lnTo>
                    <a:pt x="279" y="58"/>
                  </a:lnTo>
                  <a:lnTo>
                    <a:pt x="286" y="58"/>
                  </a:lnTo>
                  <a:lnTo>
                    <a:pt x="294" y="54"/>
                  </a:lnTo>
                  <a:lnTo>
                    <a:pt x="301" y="52"/>
                  </a:lnTo>
                  <a:lnTo>
                    <a:pt x="309" y="51"/>
                  </a:lnTo>
                  <a:lnTo>
                    <a:pt x="315" y="47"/>
                  </a:lnTo>
                  <a:lnTo>
                    <a:pt x="323" y="46"/>
                  </a:lnTo>
                  <a:lnTo>
                    <a:pt x="329" y="44"/>
                  </a:lnTo>
                  <a:lnTo>
                    <a:pt x="335" y="40"/>
                  </a:lnTo>
                  <a:lnTo>
                    <a:pt x="340" y="39"/>
                  </a:lnTo>
                  <a:lnTo>
                    <a:pt x="346" y="37"/>
                  </a:lnTo>
                  <a:lnTo>
                    <a:pt x="349" y="34"/>
                  </a:lnTo>
                  <a:lnTo>
                    <a:pt x="356" y="30"/>
                  </a:lnTo>
                  <a:lnTo>
                    <a:pt x="359" y="27"/>
                  </a:lnTo>
                  <a:lnTo>
                    <a:pt x="362" y="25"/>
                  </a:lnTo>
                  <a:lnTo>
                    <a:pt x="367" y="23"/>
                  </a:lnTo>
                  <a:lnTo>
                    <a:pt x="370" y="18"/>
                  </a:lnTo>
                  <a:lnTo>
                    <a:pt x="371" y="17"/>
                  </a:lnTo>
                  <a:lnTo>
                    <a:pt x="373" y="13"/>
                  </a:lnTo>
                  <a:lnTo>
                    <a:pt x="375" y="10"/>
                  </a:lnTo>
                  <a:lnTo>
                    <a:pt x="376" y="6"/>
                  </a:lnTo>
                  <a:lnTo>
                    <a:pt x="378" y="3"/>
                  </a:lnTo>
                  <a:lnTo>
                    <a:pt x="37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5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5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633" name="Google Shape;633;p25"/>
          <p:cNvSpPr/>
          <p:nvPr/>
        </p:nvSpPr>
        <p:spPr>
          <a:xfrm>
            <a:off x="457200" y="1085850"/>
            <a:ext cx="1905000" cy="3200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5"/>
          <p:cNvSpPr/>
          <p:nvPr/>
        </p:nvSpPr>
        <p:spPr>
          <a:xfrm>
            <a:off x="609600" y="1257300"/>
            <a:ext cx="1600200" cy="571500"/>
          </a:xfrm>
          <a:prstGeom prst="rect">
            <a:avLst/>
          </a:prstGeom>
          <a:gradFill>
            <a:gsLst>
              <a:gs pos="0">
                <a:srgbClr val="0066FF"/>
              </a:gs>
              <a:gs pos="50000">
                <a:srgbClr val="FFFFFF">
                  <a:alpha val="49803"/>
                </a:srgbClr>
              </a:gs>
              <a:gs pos="100000">
                <a:srgbClr val="0066FF"/>
              </a:gs>
            </a:gsLst>
            <a:lin ang="5400000" scaled="0"/>
          </a:gradFill>
          <a:ln cap="flat" cmpd="sng" w="9525">
            <a:solidFill>
              <a:srgbClr val="0066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0066FF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 Layer</a:t>
            </a:r>
            <a:endParaRPr/>
          </a:p>
        </p:txBody>
      </p:sp>
      <p:sp>
        <p:nvSpPr>
          <p:cNvPr id="635" name="Google Shape;635;p25"/>
          <p:cNvSpPr/>
          <p:nvPr/>
        </p:nvSpPr>
        <p:spPr>
          <a:xfrm>
            <a:off x="3810000" y="2171700"/>
            <a:ext cx="1600200" cy="514500"/>
          </a:xfrm>
          <a:prstGeom prst="rect">
            <a:avLst/>
          </a:prstGeom>
          <a:gradFill>
            <a:gsLst>
              <a:gs pos="0">
                <a:srgbClr val="66FF33"/>
              </a:gs>
              <a:gs pos="50000">
                <a:srgbClr val="FFFFFF">
                  <a:alpha val="49803"/>
                </a:srgbClr>
              </a:gs>
              <a:gs pos="100000">
                <a:srgbClr val="66FF33"/>
              </a:gs>
            </a:gsLst>
            <a:lin ang="5400000" scaled="0"/>
          </a:gradFill>
          <a:ln cap="flat" cmpd="sng" w="9525">
            <a:solidFill>
              <a:srgbClr val="33CC33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7961">
              <a:srgbClr val="99FF33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Layer</a:t>
            </a:r>
            <a:endParaRPr/>
          </a:p>
        </p:txBody>
      </p:sp>
      <p:sp>
        <p:nvSpPr>
          <p:cNvPr id="636" name="Google Shape;636;p25"/>
          <p:cNvSpPr/>
          <p:nvPr/>
        </p:nvSpPr>
        <p:spPr>
          <a:xfrm>
            <a:off x="3657600" y="1085850"/>
            <a:ext cx="1905000" cy="3200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5"/>
          <p:cNvSpPr/>
          <p:nvPr/>
        </p:nvSpPr>
        <p:spPr>
          <a:xfrm>
            <a:off x="3810000" y="1857375"/>
            <a:ext cx="1600182" cy="285768"/>
          </a:xfrm>
          <a:prstGeom prst="flowChartTerminator">
            <a:avLst/>
          </a:prstGeom>
          <a:gradFill>
            <a:gsLst>
              <a:gs pos="0">
                <a:srgbClr val="FF0000"/>
              </a:gs>
              <a:gs pos="5000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service</a:t>
            </a:r>
            <a:endParaRPr/>
          </a:p>
        </p:txBody>
      </p:sp>
      <p:sp>
        <p:nvSpPr>
          <p:cNvPr id="638" name="Google Shape;638;p25"/>
          <p:cNvSpPr/>
          <p:nvPr/>
        </p:nvSpPr>
        <p:spPr>
          <a:xfrm>
            <a:off x="609600" y="1857375"/>
            <a:ext cx="1600182" cy="285768"/>
          </a:xfrm>
          <a:prstGeom prst="flowChartTerminator">
            <a:avLst/>
          </a:prstGeom>
          <a:gradFill>
            <a:gsLst>
              <a:gs pos="0">
                <a:srgbClr val="FF0000"/>
              </a:gs>
              <a:gs pos="5000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WS client</a:t>
            </a:r>
            <a:endParaRPr/>
          </a:p>
        </p:txBody>
      </p:sp>
      <p:sp>
        <p:nvSpPr>
          <p:cNvPr id="639" name="Google Shape;639;p25"/>
          <p:cNvSpPr/>
          <p:nvPr/>
        </p:nvSpPr>
        <p:spPr>
          <a:xfrm>
            <a:off x="2247900" y="1924050"/>
            <a:ext cx="1524000" cy="171600"/>
          </a:xfrm>
          <a:prstGeom prst="leftRightArrow">
            <a:avLst>
              <a:gd fmla="val 50000" name="adj1"/>
              <a:gd fmla="val 133333" name="adj2"/>
            </a:avLst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5"/>
          <p:cNvSpPr/>
          <p:nvPr/>
        </p:nvSpPr>
        <p:spPr>
          <a:xfrm>
            <a:off x="6781800" y="1085850"/>
            <a:ext cx="1905000" cy="3200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5"/>
          <p:cNvSpPr/>
          <p:nvPr/>
        </p:nvSpPr>
        <p:spPr>
          <a:xfrm>
            <a:off x="6934200" y="3028950"/>
            <a:ext cx="1600200" cy="514500"/>
          </a:xfrm>
          <a:prstGeom prst="rect">
            <a:avLst/>
          </a:prstGeom>
          <a:gradFill>
            <a:gsLst>
              <a:gs pos="0">
                <a:srgbClr val="FF66CC"/>
              </a:gs>
              <a:gs pos="50000">
                <a:schemeClr val="lt1"/>
              </a:gs>
              <a:gs pos="100000">
                <a:srgbClr val="FF66CC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Access Layer</a:t>
            </a:r>
            <a:endParaRPr/>
          </a:p>
        </p:txBody>
      </p:sp>
      <p:sp>
        <p:nvSpPr>
          <p:cNvPr id="642" name="Google Shape;642;p25"/>
          <p:cNvSpPr/>
          <p:nvPr/>
        </p:nvSpPr>
        <p:spPr>
          <a:xfrm>
            <a:off x="6934200" y="2714625"/>
            <a:ext cx="1600182" cy="285768"/>
          </a:xfrm>
          <a:prstGeom prst="flowChartTerminator">
            <a:avLst/>
          </a:prstGeom>
          <a:gradFill>
            <a:gsLst>
              <a:gs pos="0">
                <a:srgbClr val="FF0000"/>
              </a:gs>
              <a:gs pos="5000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Web service</a:t>
            </a:r>
            <a:endParaRPr/>
          </a:p>
        </p:txBody>
      </p:sp>
      <p:sp>
        <p:nvSpPr>
          <p:cNvPr id="643" name="Google Shape;643;p25"/>
          <p:cNvSpPr/>
          <p:nvPr/>
        </p:nvSpPr>
        <p:spPr>
          <a:xfrm>
            <a:off x="5410200" y="2800350"/>
            <a:ext cx="1524000" cy="171600"/>
          </a:xfrm>
          <a:prstGeom prst="leftRightArrow">
            <a:avLst>
              <a:gd fmla="val 50000" name="adj1"/>
              <a:gd fmla="val 133333" name="adj2"/>
            </a:avLst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5"/>
          <p:cNvSpPr/>
          <p:nvPr/>
        </p:nvSpPr>
        <p:spPr>
          <a:xfrm>
            <a:off x="3810000" y="2724150"/>
            <a:ext cx="1600182" cy="285768"/>
          </a:xfrm>
          <a:prstGeom prst="flowChartTerminator">
            <a:avLst/>
          </a:prstGeom>
          <a:gradFill>
            <a:gsLst>
              <a:gs pos="0">
                <a:srgbClr val="FF0000"/>
              </a:gs>
              <a:gs pos="5000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66CC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WS client</a:t>
            </a:r>
            <a:endParaRPr/>
          </a:p>
        </p:txBody>
      </p:sp>
      <p:grpSp>
        <p:nvGrpSpPr>
          <p:cNvPr id="645" name="Google Shape;645;p25"/>
          <p:cNvGrpSpPr/>
          <p:nvPr/>
        </p:nvGrpSpPr>
        <p:grpSpPr>
          <a:xfrm>
            <a:off x="7086600" y="3657600"/>
            <a:ext cx="1295400" cy="486966"/>
            <a:chOff x="2496" y="3072"/>
            <a:chExt cx="816" cy="409"/>
          </a:xfrm>
        </p:grpSpPr>
        <p:sp>
          <p:nvSpPr>
            <p:cNvPr id="646" name="Google Shape;646;p25"/>
            <p:cNvSpPr/>
            <p:nvPr/>
          </p:nvSpPr>
          <p:spPr>
            <a:xfrm>
              <a:off x="2496" y="3072"/>
              <a:ext cx="816" cy="409"/>
            </a:xfrm>
            <a:custGeom>
              <a:rect b="b" l="l" r="r" t="t"/>
              <a:pathLst>
                <a:path extrusionOk="0" h="409" w="378">
                  <a:moveTo>
                    <a:pt x="378" y="342"/>
                  </a:moveTo>
                  <a:lnTo>
                    <a:pt x="378" y="346"/>
                  </a:lnTo>
                  <a:lnTo>
                    <a:pt x="376" y="349"/>
                  </a:lnTo>
                  <a:lnTo>
                    <a:pt x="375" y="352"/>
                  </a:lnTo>
                  <a:lnTo>
                    <a:pt x="373" y="356"/>
                  </a:lnTo>
                  <a:lnTo>
                    <a:pt x="370" y="363"/>
                  </a:lnTo>
                  <a:lnTo>
                    <a:pt x="367" y="366"/>
                  </a:lnTo>
                  <a:lnTo>
                    <a:pt x="362" y="368"/>
                  </a:lnTo>
                  <a:lnTo>
                    <a:pt x="359" y="373"/>
                  </a:lnTo>
                  <a:lnTo>
                    <a:pt x="356" y="375"/>
                  </a:lnTo>
                  <a:lnTo>
                    <a:pt x="349" y="376"/>
                  </a:lnTo>
                  <a:lnTo>
                    <a:pt x="346" y="380"/>
                  </a:lnTo>
                  <a:lnTo>
                    <a:pt x="340" y="381"/>
                  </a:lnTo>
                  <a:lnTo>
                    <a:pt x="335" y="383"/>
                  </a:lnTo>
                  <a:lnTo>
                    <a:pt x="329" y="386"/>
                  </a:lnTo>
                  <a:lnTo>
                    <a:pt x="323" y="390"/>
                  </a:lnTo>
                  <a:lnTo>
                    <a:pt x="315" y="390"/>
                  </a:lnTo>
                  <a:lnTo>
                    <a:pt x="309" y="393"/>
                  </a:lnTo>
                  <a:lnTo>
                    <a:pt x="301" y="395"/>
                  </a:lnTo>
                  <a:lnTo>
                    <a:pt x="294" y="397"/>
                  </a:lnTo>
                  <a:lnTo>
                    <a:pt x="286" y="400"/>
                  </a:lnTo>
                  <a:lnTo>
                    <a:pt x="279" y="400"/>
                  </a:lnTo>
                  <a:lnTo>
                    <a:pt x="271" y="402"/>
                  </a:lnTo>
                  <a:lnTo>
                    <a:pt x="261" y="404"/>
                  </a:lnTo>
                  <a:lnTo>
                    <a:pt x="253" y="404"/>
                  </a:lnTo>
                  <a:lnTo>
                    <a:pt x="244" y="407"/>
                  </a:lnTo>
                  <a:lnTo>
                    <a:pt x="225" y="407"/>
                  </a:lnTo>
                  <a:lnTo>
                    <a:pt x="217" y="409"/>
                  </a:lnTo>
                  <a:lnTo>
                    <a:pt x="161" y="409"/>
                  </a:lnTo>
                  <a:lnTo>
                    <a:pt x="151" y="407"/>
                  </a:lnTo>
                  <a:lnTo>
                    <a:pt x="132" y="407"/>
                  </a:lnTo>
                  <a:lnTo>
                    <a:pt x="125" y="404"/>
                  </a:lnTo>
                  <a:lnTo>
                    <a:pt x="117" y="404"/>
                  </a:lnTo>
                  <a:lnTo>
                    <a:pt x="107" y="402"/>
                  </a:lnTo>
                  <a:lnTo>
                    <a:pt x="99" y="400"/>
                  </a:lnTo>
                  <a:lnTo>
                    <a:pt x="92" y="400"/>
                  </a:lnTo>
                  <a:lnTo>
                    <a:pt x="84" y="397"/>
                  </a:lnTo>
                  <a:lnTo>
                    <a:pt x="76" y="395"/>
                  </a:lnTo>
                  <a:lnTo>
                    <a:pt x="68" y="393"/>
                  </a:lnTo>
                  <a:lnTo>
                    <a:pt x="62" y="390"/>
                  </a:lnTo>
                  <a:lnTo>
                    <a:pt x="55" y="390"/>
                  </a:lnTo>
                  <a:lnTo>
                    <a:pt x="49" y="386"/>
                  </a:lnTo>
                  <a:lnTo>
                    <a:pt x="43" y="383"/>
                  </a:lnTo>
                  <a:lnTo>
                    <a:pt x="38" y="381"/>
                  </a:lnTo>
                  <a:lnTo>
                    <a:pt x="32" y="380"/>
                  </a:lnTo>
                  <a:lnTo>
                    <a:pt x="29" y="376"/>
                  </a:lnTo>
                  <a:lnTo>
                    <a:pt x="22" y="375"/>
                  </a:lnTo>
                  <a:lnTo>
                    <a:pt x="19" y="373"/>
                  </a:lnTo>
                  <a:lnTo>
                    <a:pt x="16" y="368"/>
                  </a:lnTo>
                  <a:lnTo>
                    <a:pt x="11" y="366"/>
                  </a:lnTo>
                  <a:lnTo>
                    <a:pt x="8" y="363"/>
                  </a:lnTo>
                  <a:lnTo>
                    <a:pt x="5" y="356"/>
                  </a:lnTo>
                  <a:lnTo>
                    <a:pt x="3" y="352"/>
                  </a:lnTo>
                  <a:lnTo>
                    <a:pt x="2" y="349"/>
                  </a:lnTo>
                  <a:lnTo>
                    <a:pt x="0" y="346"/>
                  </a:lnTo>
                  <a:lnTo>
                    <a:pt x="0" y="342"/>
                  </a:lnTo>
                  <a:lnTo>
                    <a:pt x="0" y="340"/>
                  </a:lnTo>
                  <a:lnTo>
                    <a:pt x="0" y="66"/>
                  </a:lnTo>
                  <a:lnTo>
                    <a:pt x="0" y="63"/>
                  </a:lnTo>
                  <a:lnTo>
                    <a:pt x="0" y="61"/>
                  </a:lnTo>
                  <a:lnTo>
                    <a:pt x="2" y="56"/>
                  </a:lnTo>
                  <a:lnTo>
                    <a:pt x="3" y="54"/>
                  </a:lnTo>
                  <a:lnTo>
                    <a:pt x="5" y="49"/>
                  </a:lnTo>
                  <a:lnTo>
                    <a:pt x="7" y="47"/>
                  </a:lnTo>
                  <a:lnTo>
                    <a:pt x="8" y="46"/>
                  </a:lnTo>
                  <a:lnTo>
                    <a:pt x="11" y="42"/>
                  </a:lnTo>
                  <a:lnTo>
                    <a:pt x="16" y="39"/>
                  </a:lnTo>
                  <a:lnTo>
                    <a:pt x="19" y="35"/>
                  </a:lnTo>
                  <a:lnTo>
                    <a:pt x="22" y="34"/>
                  </a:lnTo>
                  <a:lnTo>
                    <a:pt x="29" y="32"/>
                  </a:lnTo>
                  <a:lnTo>
                    <a:pt x="32" y="28"/>
                  </a:lnTo>
                  <a:lnTo>
                    <a:pt x="38" y="25"/>
                  </a:lnTo>
                  <a:lnTo>
                    <a:pt x="43" y="22"/>
                  </a:lnTo>
                  <a:lnTo>
                    <a:pt x="49" y="20"/>
                  </a:lnTo>
                  <a:lnTo>
                    <a:pt x="55" y="18"/>
                  </a:lnTo>
                  <a:lnTo>
                    <a:pt x="62" y="15"/>
                  </a:lnTo>
                  <a:lnTo>
                    <a:pt x="68" y="15"/>
                  </a:lnTo>
                  <a:lnTo>
                    <a:pt x="76" y="13"/>
                  </a:lnTo>
                  <a:lnTo>
                    <a:pt x="84" y="11"/>
                  </a:lnTo>
                  <a:lnTo>
                    <a:pt x="92" y="8"/>
                  </a:lnTo>
                  <a:lnTo>
                    <a:pt x="99" y="6"/>
                  </a:lnTo>
                  <a:lnTo>
                    <a:pt x="107" y="6"/>
                  </a:lnTo>
                  <a:lnTo>
                    <a:pt x="117" y="5"/>
                  </a:lnTo>
                  <a:lnTo>
                    <a:pt x="125" y="5"/>
                  </a:lnTo>
                  <a:lnTo>
                    <a:pt x="132" y="1"/>
                  </a:lnTo>
                  <a:lnTo>
                    <a:pt x="151" y="1"/>
                  </a:lnTo>
                  <a:lnTo>
                    <a:pt x="161" y="0"/>
                  </a:lnTo>
                  <a:lnTo>
                    <a:pt x="217" y="0"/>
                  </a:lnTo>
                  <a:lnTo>
                    <a:pt x="225" y="1"/>
                  </a:lnTo>
                  <a:lnTo>
                    <a:pt x="244" y="1"/>
                  </a:lnTo>
                  <a:lnTo>
                    <a:pt x="253" y="5"/>
                  </a:lnTo>
                  <a:lnTo>
                    <a:pt x="261" y="5"/>
                  </a:lnTo>
                  <a:lnTo>
                    <a:pt x="271" y="6"/>
                  </a:lnTo>
                  <a:lnTo>
                    <a:pt x="279" y="6"/>
                  </a:lnTo>
                  <a:lnTo>
                    <a:pt x="286" y="8"/>
                  </a:lnTo>
                  <a:lnTo>
                    <a:pt x="294" y="11"/>
                  </a:lnTo>
                  <a:lnTo>
                    <a:pt x="301" y="13"/>
                  </a:lnTo>
                  <a:lnTo>
                    <a:pt x="309" y="15"/>
                  </a:lnTo>
                  <a:lnTo>
                    <a:pt x="315" y="15"/>
                  </a:lnTo>
                  <a:lnTo>
                    <a:pt x="323" y="18"/>
                  </a:lnTo>
                  <a:lnTo>
                    <a:pt x="329" y="20"/>
                  </a:lnTo>
                  <a:lnTo>
                    <a:pt x="335" y="22"/>
                  </a:lnTo>
                  <a:lnTo>
                    <a:pt x="340" y="25"/>
                  </a:lnTo>
                  <a:lnTo>
                    <a:pt x="346" y="28"/>
                  </a:lnTo>
                  <a:lnTo>
                    <a:pt x="349" y="32"/>
                  </a:lnTo>
                  <a:lnTo>
                    <a:pt x="356" y="34"/>
                  </a:lnTo>
                  <a:lnTo>
                    <a:pt x="359" y="35"/>
                  </a:lnTo>
                  <a:lnTo>
                    <a:pt x="362" y="39"/>
                  </a:lnTo>
                  <a:lnTo>
                    <a:pt x="367" y="42"/>
                  </a:lnTo>
                  <a:lnTo>
                    <a:pt x="370" y="46"/>
                  </a:lnTo>
                  <a:lnTo>
                    <a:pt x="371" y="47"/>
                  </a:lnTo>
                  <a:lnTo>
                    <a:pt x="373" y="49"/>
                  </a:lnTo>
                  <a:lnTo>
                    <a:pt x="375" y="54"/>
                  </a:lnTo>
                  <a:lnTo>
                    <a:pt x="376" y="56"/>
                  </a:lnTo>
                  <a:lnTo>
                    <a:pt x="378" y="61"/>
                  </a:lnTo>
                  <a:lnTo>
                    <a:pt x="378" y="63"/>
                  </a:lnTo>
                  <a:lnTo>
                    <a:pt x="378" y="66"/>
                  </a:lnTo>
                  <a:lnTo>
                    <a:pt x="378" y="339"/>
                  </a:lnTo>
                  <a:lnTo>
                    <a:pt x="378" y="342"/>
                  </a:lnTo>
                </a:path>
              </a:pathLst>
            </a:custGeom>
            <a:gradFill>
              <a:gsLst>
                <a:gs pos="0">
                  <a:srgbClr val="000000"/>
                </a:gs>
                <a:gs pos="100000">
                  <a:schemeClr val="lt1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25"/>
            <p:cNvSpPr/>
            <p:nvPr/>
          </p:nvSpPr>
          <p:spPr>
            <a:xfrm>
              <a:off x="2496" y="3135"/>
              <a:ext cx="816" cy="66"/>
            </a:xfrm>
            <a:custGeom>
              <a:rect b="b" l="l" r="r" t="t"/>
              <a:pathLst>
                <a:path extrusionOk="0" h="66" w="378">
                  <a:moveTo>
                    <a:pt x="0" y="0"/>
                  </a:moveTo>
                  <a:lnTo>
                    <a:pt x="0" y="3"/>
                  </a:lnTo>
                  <a:lnTo>
                    <a:pt x="2" y="6"/>
                  </a:lnTo>
                  <a:lnTo>
                    <a:pt x="3" y="10"/>
                  </a:lnTo>
                  <a:lnTo>
                    <a:pt x="5" y="13"/>
                  </a:lnTo>
                  <a:lnTo>
                    <a:pt x="7" y="17"/>
                  </a:lnTo>
                  <a:lnTo>
                    <a:pt x="8" y="18"/>
                  </a:lnTo>
                  <a:lnTo>
                    <a:pt x="11" y="23"/>
                  </a:lnTo>
                  <a:lnTo>
                    <a:pt x="16" y="25"/>
                  </a:lnTo>
                  <a:lnTo>
                    <a:pt x="19" y="27"/>
                  </a:lnTo>
                  <a:lnTo>
                    <a:pt x="22" y="30"/>
                  </a:lnTo>
                  <a:lnTo>
                    <a:pt x="29" y="34"/>
                  </a:lnTo>
                  <a:lnTo>
                    <a:pt x="32" y="37"/>
                  </a:lnTo>
                  <a:lnTo>
                    <a:pt x="38" y="39"/>
                  </a:lnTo>
                  <a:lnTo>
                    <a:pt x="43" y="40"/>
                  </a:lnTo>
                  <a:lnTo>
                    <a:pt x="49" y="44"/>
                  </a:lnTo>
                  <a:lnTo>
                    <a:pt x="55" y="46"/>
                  </a:lnTo>
                  <a:lnTo>
                    <a:pt x="62" y="47"/>
                  </a:lnTo>
                  <a:lnTo>
                    <a:pt x="68" y="51"/>
                  </a:lnTo>
                  <a:lnTo>
                    <a:pt x="76" y="52"/>
                  </a:lnTo>
                  <a:lnTo>
                    <a:pt x="84" y="54"/>
                  </a:lnTo>
                  <a:lnTo>
                    <a:pt x="92" y="58"/>
                  </a:lnTo>
                  <a:lnTo>
                    <a:pt x="99" y="58"/>
                  </a:lnTo>
                  <a:lnTo>
                    <a:pt x="107" y="59"/>
                  </a:lnTo>
                  <a:lnTo>
                    <a:pt x="117" y="61"/>
                  </a:lnTo>
                  <a:lnTo>
                    <a:pt x="125" y="61"/>
                  </a:lnTo>
                  <a:lnTo>
                    <a:pt x="132" y="64"/>
                  </a:lnTo>
                  <a:lnTo>
                    <a:pt x="151" y="64"/>
                  </a:lnTo>
                  <a:lnTo>
                    <a:pt x="161" y="66"/>
                  </a:lnTo>
                  <a:lnTo>
                    <a:pt x="217" y="66"/>
                  </a:lnTo>
                  <a:lnTo>
                    <a:pt x="225" y="64"/>
                  </a:lnTo>
                  <a:lnTo>
                    <a:pt x="244" y="64"/>
                  </a:lnTo>
                  <a:lnTo>
                    <a:pt x="253" y="61"/>
                  </a:lnTo>
                  <a:lnTo>
                    <a:pt x="261" y="61"/>
                  </a:lnTo>
                  <a:lnTo>
                    <a:pt x="271" y="59"/>
                  </a:lnTo>
                  <a:lnTo>
                    <a:pt x="279" y="58"/>
                  </a:lnTo>
                  <a:lnTo>
                    <a:pt x="286" y="58"/>
                  </a:lnTo>
                  <a:lnTo>
                    <a:pt x="294" y="54"/>
                  </a:lnTo>
                  <a:lnTo>
                    <a:pt x="301" y="52"/>
                  </a:lnTo>
                  <a:lnTo>
                    <a:pt x="309" y="51"/>
                  </a:lnTo>
                  <a:lnTo>
                    <a:pt x="315" y="47"/>
                  </a:lnTo>
                  <a:lnTo>
                    <a:pt x="323" y="46"/>
                  </a:lnTo>
                  <a:lnTo>
                    <a:pt x="329" y="44"/>
                  </a:lnTo>
                  <a:lnTo>
                    <a:pt x="335" y="40"/>
                  </a:lnTo>
                  <a:lnTo>
                    <a:pt x="340" y="39"/>
                  </a:lnTo>
                  <a:lnTo>
                    <a:pt x="346" y="37"/>
                  </a:lnTo>
                  <a:lnTo>
                    <a:pt x="349" y="34"/>
                  </a:lnTo>
                  <a:lnTo>
                    <a:pt x="356" y="30"/>
                  </a:lnTo>
                  <a:lnTo>
                    <a:pt x="359" y="27"/>
                  </a:lnTo>
                  <a:lnTo>
                    <a:pt x="362" y="25"/>
                  </a:lnTo>
                  <a:lnTo>
                    <a:pt x="367" y="23"/>
                  </a:lnTo>
                  <a:lnTo>
                    <a:pt x="370" y="18"/>
                  </a:lnTo>
                  <a:lnTo>
                    <a:pt x="371" y="17"/>
                  </a:lnTo>
                  <a:lnTo>
                    <a:pt x="373" y="13"/>
                  </a:lnTo>
                  <a:lnTo>
                    <a:pt x="375" y="10"/>
                  </a:lnTo>
                  <a:lnTo>
                    <a:pt x="376" y="6"/>
                  </a:lnTo>
                  <a:lnTo>
                    <a:pt x="378" y="3"/>
                  </a:lnTo>
                  <a:lnTo>
                    <a:pt x="37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ms01_1">
  <a:themeElements>
    <a:clrScheme name="1_ms01_1 1">
      <a:dk1>
        <a:srgbClr val="1A1A70"/>
      </a:dk1>
      <a:lt1>
        <a:srgbClr val="FFFFFF"/>
      </a:lt1>
      <a:dk2>
        <a:srgbClr val="12449E"/>
      </a:dk2>
      <a:lt2>
        <a:srgbClr val="C0C0C0"/>
      </a:lt2>
      <a:accent1>
        <a:srgbClr val="3167D3"/>
      </a:accent1>
      <a:accent2>
        <a:srgbClr val="87A3E9"/>
      </a:accent2>
      <a:accent3>
        <a:srgbClr val="FFFFFF"/>
      </a:accent3>
      <a:accent4>
        <a:srgbClr val="14145F"/>
      </a:accent4>
      <a:accent5>
        <a:srgbClr val="ADB8E6"/>
      </a:accent5>
      <a:accent6>
        <a:srgbClr val="7A93D3"/>
      </a:accent6>
      <a:hlink>
        <a:srgbClr val="90B54D"/>
      </a:hlink>
      <a:folHlink>
        <a:srgbClr val="F6A2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2006-05-28T09:28:45Z</dcterms:created>
  <dc:creator>Tran Minh Triet</dc:creator>
</cp:coreProperties>
</file>