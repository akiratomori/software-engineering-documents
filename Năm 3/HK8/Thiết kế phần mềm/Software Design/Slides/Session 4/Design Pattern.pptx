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d374665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d374665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https://nndkhoa.github.io/software-design-docs/D04/dp.html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https://refactoring.guru/design-patterns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