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nndkhoa.github.io/software-design-docs/D01/Ch01/Ch01-slide-marp-e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56150" y="479375"/>
            <a:ext cx="7042800" cy="41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Introduction to </a:t>
            </a:r>
            <a:r>
              <a:rPr lang="en" sz="1800">
                <a:solidFill>
                  <a:schemeClr val="dk2"/>
                </a:solidFill>
              </a:rPr>
              <a:t>Software Design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https://nndkhoa.github.io/software-design-docs/D01/Ch01/Ch01-slide-marp-en.html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DESIGN QUALITIES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https://nndkhoa.github.io/software-design-docs/D01/Ch03/Ch03-slide-marp-en.html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