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p:regular r:id="rId25"/>
      <p:bold r:id="rId26"/>
      <p:italic r:id="rId27"/>
      <p:boldItalic r:id="rId28"/>
    </p:embeddedFont>
    <p:embeddedFont>
      <p:font typeface="Nuni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3" roundtripDataSignature="AMtx7mjDh9mfg408me3NLy2fmNod34xW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italic.fntdata"/><Relationship Id="rId30" Type="http://schemas.openxmlformats.org/officeDocument/2006/relationships/font" Target="fonts/Nunito-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Nuni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9" name="Google Shape;10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6" name="Google Shape;11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3c87b90525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3c87b90525_0_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4" name="Google Shape;124;g33c87b90525_0_6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3c87b90525_0_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3c87b90525_0_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3" name="Google Shape;133;g33c87b90525_0_7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3c87b90525_0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3c87b90525_0_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2" name="Google Shape;142;g33c87b90525_0_9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3c87b90525_0_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3c87b90525_0_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1" name="Google Shape;151;g33c87b90525_0_11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3c87b90525_0_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3c87b90525_0_1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9" name="Google Shape;159;g33c87b90525_0_12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3c87b90525_0_1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3c87b90525_0_1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8" name="Google Shape;168;g33c87b90525_0_13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3c87b90525_0_1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3c87b90525_0_1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7" name="Google Shape;177;g33c87b90525_0_14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3c87b90525_0_1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3c87b90525_0_1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6" name="Google Shape;186;g33c87b90525_0_16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3c87b90525_0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3c87b90525_0_1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4" name="Google Shape;194;g33c87b90525_0_17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3c87b90525_0_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3c87b90525_0_1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3" name="Google Shape;203;g33c87b90525_0_19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3c9a65b041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3c9a65b041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1" name="Google Shape;211;g33c9a65b041_1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3c9a65b041_1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3c9a65b041_1_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1" name="Google Shape;221;g33c9a65b041_1_1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3c9a65b041_1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3c9a65b041_1_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9" name="Google Shape;229;g33c9a65b041_1_2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3c9a65b041_2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3c9a65b041_2_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9" name="Google Shape;239;g33c9a65b041_2_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3c9a65b041_1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3c9a65b041_1_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8" name="Google Shape;248;g33c9a65b041_1_4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3c9a65b041_1_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5" name="Google Shape;255;g33c9a65b041_1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3c9a65b041_1_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62" name="Google Shape;262;g33c9a65b041_1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sp>
        <p:nvSpPr>
          <p:cNvPr id="24" name="Google Shape;24;p26"/>
          <p:cNvSpPr/>
          <p:nvPr/>
        </p:nvSpPr>
        <p:spPr>
          <a:xfrm>
            <a:off x="0" y="0"/>
            <a:ext cx="9144000" cy="3868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 name="Google Shape;25;p26"/>
          <p:cNvSpPr/>
          <p:nvPr/>
        </p:nvSpPr>
        <p:spPr>
          <a:xfrm>
            <a:off x="1262063" y="0"/>
            <a:ext cx="2362200" cy="3714900"/>
          </a:xfrm>
          <a:prstGeom prst="rect">
            <a:avLst/>
          </a:prstGeom>
          <a:gradFill>
            <a:gsLst>
              <a:gs pos="0">
                <a:schemeClr val="accent1"/>
              </a:gs>
              <a:gs pos="100000">
                <a:srgbClr val="2A59B6"/>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 name="Google Shape;26;p26"/>
          <p:cNvSpPr/>
          <p:nvPr/>
        </p:nvSpPr>
        <p:spPr>
          <a:xfrm>
            <a:off x="304800" y="1800225"/>
            <a:ext cx="8458200" cy="828600"/>
          </a:xfrm>
          <a:prstGeom prst="rect">
            <a:avLst/>
          </a:prstGeom>
          <a:gradFill>
            <a:gsLst>
              <a:gs pos="0">
                <a:schemeClr val="dk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 name="Google Shape;27;p26"/>
          <p:cNvSpPr txBox="1"/>
          <p:nvPr>
            <p:ph type="ctrTitle"/>
          </p:nvPr>
        </p:nvSpPr>
        <p:spPr>
          <a:xfrm>
            <a:off x="457200" y="1943100"/>
            <a:ext cx="8229600" cy="5145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4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 name="Google Shape;28;p26"/>
          <p:cNvSpPr txBox="1"/>
          <p:nvPr>
            <p:ph idx="1" type="subTitle"/>
          </p:nvPr>
        </p:nvSpPr>
        <p:spPr>
          <a:xfrm>
            <a:off x="1828800" y="2800350"/>
            <a:ext cx="58674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480"/>
              </a:spcBef>
              <a:spcAft>
                <a:spcPts val="0"/>
              </a:spcAft>
              <a:buClr>
                <a:schemeClr val="lt1"/>
              </a:buClr>
              <a:buSzPts val="2400"/>
              <a:buFont typeface="Noto Sans Symbols"/>
              <a:buNone/>
              <a:defRPr b="1">
                <a:solidFill>
                  <a:schemeClr val="lt1"/>
                </a:solidFill>
              </a:defRPr>
            </a:lvl1pPr>
            <a:lvl2pPr lvl="1" algn="l">
              <a:lnSpc>
                <a:spcPct val="100000"/>
              </a:lnSpc>
              <a:spcBef>
                <a:spcPts val="360"/>
              </a:spcBef>
              <a:spcAft>
                <a:spcPts val="0"/>
              </a:spcAft>
              <a:buSzPts val="900"/>
              <a:buChar char="?"/>
              <a:defRPr/>
            </a:lvl2pPr>
            <a:lvl3pPr lvl="2" algn="l">
              <a:lnSpc>
                <a:spcPct val="100000"/>
              </a:lnSpc>
              <a:spcBef>
                <a:spcPts val="360"/>
              </a:spcBef>
              <a:spcAft>
                <a:spcPts val="0"/>
              </a:spcAft>
              <a:buSzPts val="1800"/>
              <a:buChar char="▪"/>
              <a:defRPr/>
            </a:lvl3pPr>
            <a:lvl4pPr lvl="3" algn="l">
              <a:lnSpc>
                <a:spcPct val="100000"/>
              </a:lnSpc>
              <a:spcBef>
                <a:spcPts val="360"/>
              </a:spcBef>
              <a:spcAft>
                <a:spcPts val="0"/>
              </a:spcAft>
              <a:buSzPts val="1080"/>
              <a:buChar char="?"/>
              <a:defRPr/>
            </a:lvl4pPr>
            <a:lvl5pPr lvl="4" algn="l">
              <a:lnSpc>
                <a:spcPct val="100000"/>
              </a:lnSpc>
              <a:spcBef>
                <a:spcPts val="360"/>
              </a:spcBef>
              <a:spcAft>
                <a:spcPts val="0"/>
              </a:spcAft>
              <a:buClr>
                <a:srgbClr val="000000"/>
              </a:buClr>
              <a:buSzPts val="1800"/>
              <a:buChar char="▪"/>
              <a:defRPr/>
            </a:lvl5pPr>
            <a:lvl6pPr lvl="5" algn="l">
              <a:lnSpc>
                <a:spcPct val="100000"/>
              </a:lnSpc>
              <a:spcBef>
                <a:spcPts val="360"/>
              </a:spcBef>
              <a:spcAft>
                <a:spcPts val="0"/>
              </a:spcAft>
              <a:buClr>
                <a:srgbClr val="000000"/>
              </a:buClr>
              <a:buSzPts val="1800"/>
              <a:buChar char="▪"/>
              <a:defRPr/>
            </a:lvl6pPr>
            <a:lvl7pPr lvl="6" algn="l">
              <a:lnSpc>
                <a:spcPct val="100000"/>
              </a:lnSpc>
              <a:spcBef>
                <a:spcPts val="360"/>
              </a:spcBef>
              <a:spcAft>
                <a:spcPts val="0"/>
              </a:spcAft>
              <a:buClr>
                <a:srgbClr val="000000"/>
              </a:buClr>
              <a:buSzPts val="1800"/>
              <a:buChar char="▪"/>
              <a:defRPr/>
            </a:lvl7pPr>
            <a:lvl8pPr lvl="7" algn="l">
              <a:lnSpc>
                <a:spcPct val="100000"/>
              </a:lnSpc>
              <a:spcBef>
                <a:spcPts val="360"/>
              </a:spcBef>
              <a:spcAft>
                <a:spcPts val="0"/>
              </a:spcAft>
              <a:buClr>
                <a:srgbClr val="000000"/>
              </a:buClr>
              <a:buSzPts val="1800"/>
              <a:buChar char="▪"/>
              <a:defRPr/>
            </a:lvl8pPr>
            <a:lvl9pPr lvl="8" algn="l">
              <a:lnSpc>
                <a:spcPct val="100000"/>
              </a:lnSpc>
              <a:spcBef>
                <a:spcPts val="360"/>
              </a:spcBef>
              <a:spcAft>
                <a:spcPts val="0"/>
              </a:spcAft>
              <a:buClr>
                <a:srgbClr val="000000"/>
              </a:buClr>
              <a:buSzPts val="1800"/>
              <a:buChar char="▪"/>
              <a:defRPr/>
            </a:lvl9pPr>
          </a:lstStyle>
          <a:p/>
        </p:txBody>
      </p:sp>
      <p:sp>
        <p:nvSpPr>
          <p:cNvPr id="29" name="Google Shape;29;p26"/>
          <p:cNvSpPr txBox="1"/>
          <p:nvPr>
            <p:ph idx="10" type="dt"/>
          </p:nvPr>
        </p:nvSpPr>
        <p:spPr>
          <a:xfrm>
            <a:off x="457200" y="4800600"/>
            <a:ext cx="2133600" cy="240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6"/>
          <p:cNvSpPr txBox="1"/>
          <p:nvPr>
            <p:ph idx="11" type="ftr"/>
          </p:nvPr>
        </p:nvSpPr>
        <p:spPr>
          <a:xfrm>
            <a:off x="3124200" y="4800600"/>
            <a:ext cx="2895600" cy="240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6"/>
          <p:cNvSpPr txBox="1"/>
          <p:nvPr>
            <p:ph idx="12" type="sldNum"/>
          </p:nvPr>
        </p:nvSpPr>
        <p:spPr>
          <a:xfrm>
            <a:off x="6553200" y="4800600"/>
            <a:ext cx="2133600" cy="2406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2" name="Google Shape;32;p26"/>
          <p:cNvPicPr preferRelativeResize="0"/>
          <p:nvPr/>
        </p:nvPicPr>
        <p:blipFill rotWithShape="1">
          <a:blip r:embed="rId2">
            <a:alphaModFix/>
          </a:blip>
          <a:srcRect b="0" l="0" r="0" t="0"/>
          <a:stretch/>
        </p:blipFill>
        <p:spPr>
          <a:xfrm>
            <a:off x="0" y="2618185"/>
            <a:ext cx="1258888" cy="1078706"/>
          </a:xfrm>
          <a:prstGeom prst="rect">
            <a:avLst/>
          </a:prstGeom>
          <a:noFill/>
          <a:ln>
            <a:noFill/>
          </a:ln>
        </p:spPr>
      </p:pic>
      <p:sp>
        <p:nvSpPr>
          <p:cNvPr id="33" name="Google Shape;33;p26"/>
          <p:cNvSpPr/>
          <p:nvPr/>
        </p:nvSpPr>
        <p:spPr>
          <a:xfrm>
            <a:off x="1276350" y="3706416"/>
            <a:ext cx="7867800" cy="1632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 name="Google Shape;34;p26"/>
          <p:cNvSpPr/>
          <p:nvPr/>
        </p:nvSpPr>
        <p:spPr>
          <a:xfrm>
            <a:off x="304800" y="228600"/>
            <a:ext cx="8534400" cy="3257700"/>
          </a:xfrm>
          <a:prstGeom prst="rect">
            <a:avLst/>
          </a:prstGeom>
          <a:no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 name="Google Shape;35;p26"/>
          <p:cNvSpPr/>
          <p:nvPr/>
        </p:nvSpPr>
        <p:spPr>
          <a:xfrm>
            <a:off x="7391400" y="685800"/>
            <a:ext cx="1600200" cy="1086000"/>
          </a:xfrm>
          <a:prstGeom prst="rect">
            <a:avLst/>
          </a:prstGeom>
          <a:no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 name="Google Shape;36;p26"/>
          <p:cNvSpPr/>
          <p:nvPr/>
        </p:nvSpPr>
        <p:spPr>
          <a:xfrm>
            <a:off x="8305800" y="0"/>
            <a:ext cx="76200" cy="1314600"/>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
                                        </p:tgtEl>
                                        <p:attrNameLst>
                                          <p:attrName>style.visibility</p:attrName>
                                        </p:attrNameLst>
                                      </p:cBhvr>
                                      <p:to>
                                        <p:strVal val="visible"/>
                                      </p:to>
                                    </p:set>
                                    <p:animEffect filter="fade" transition="in">
                                      <p:cBhvr>
                                        <p:cTn dur="500"/>
                                        <p:tgtEl>
                                          <p:spTgt spid="2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
                                        </p:tgtEl>
                                        <p:attrNameLst>
                                          <p:attrName>style.visibility</p:attrName>
                                        </p:attrNameLst>
                                      </p:cBhvr>
                                      <p:to>
                                        <p:strVal val="visible"/>
                                      </p:to>
                                    </p:set>
                                    <p:animEffect filter="fade" transition="in">
                                      <p:cBhvr>
                                        <p:cTn dur="500"/>
                                        <p:tgtEl>
                                          <p:spTgt spid="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6"/>
                                        </p:tgtEl>
                                        <p:attrNameLst>
                                          <p:attrName>style.visibility</p:attrName>
                                        </p:attrNameLst>
                                      </p:cBhvr>
                                      <p:to>
                                        <p:strVal val="visible"/>
                                      </p:to>
                                    </p:set>
                                    <p:animEffect filter="fade" transition="in">
                                      <p:cBhvr>
                                        <p:cTn dur="500"/>
                                        <p:tgtEl>
                                          <p:spTgt spid="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27"/>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28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 name="Google Shape;39;p27"/>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000000"/>
              </a:buClr>
              <a:buSzPts val="1800"/>
              <a:buChar char="❖"/>
              <a:defRPr/>
            </a:lvl1pPr>
            <a:lvl2pPr indent="-285750" lvl="1" marL="914400" algn="l">
              <a:lnSpc>
                <a:spcPct val="100000"/>
              </a:lnSpc>
              <a:spcBef>
                <a:spcPts val="360"/>
              </a:spcBef>
              <a:spcAft>
                <a:spcPts val="0"/>
              </a:spcAft>
              <a:buSzPts val="900"/>
              <a:buChar char="?"/>
              <a:defRPr/>
            </a:lvl2pPr>
            <a:lvl3pPr indent="-342900" lvl="2" marL="1371600" algn="l">
              <a:lnSpc>
                <a:spcPct val="100000"/>
              </a:lnSpc>
              <a:spcBef>
                <a:spcPts val="360"/>
              </a:spcBef>
              <a:spcAft>
                <a:spcPts val="0"/>
              </a:spcAft>
              <a:buSzPts val="1800"/>
              <a:buChar char="▪"/>
              <a:defRPr/>
            </a:lvl3pPr>
            <a:lvl4pPr indent="-297180" lvl="3" marL="1828800" algn="l">
              <a:lnSpc>
                <a:spcPct val="100000"/>
              </a:lnSpc>
              <a:spcBef>
                <a:spcPts val="360"/>
              </a:spcBef>
              <a:spcAft>
                <a:spcPts val="0"/>
              </a:spcAft>
              <a:buSzPts val="1080"/>
              <a:buChar char="?"/>
              <a:defRPr/>
            </a:lvl4pPr>
            <a:lvl5pPr indent="-342900" lvl="4" marL="2286000" algn="l">
              <a:lnSpc>
                <a:spcPct val="100000"/>
              </a:lnSpc>
              <a:spcBef>
                <a:spcPts val="360"/>
              </a:spcBef>
              <a:spcAft>
                <a:spcPts val="0"/>
              </a:spcAft>
              <a:buClr>
                <a:srgbClr val="000000"/>
              </a:buClr>
              <a:buSzPts val="1800"/>
              <a:buChar char="▪"/>
              <a:defRPr/>
            </a:lvl5pPr>
            <a:lvl6pPr indent="-342900" lvl="5" marL="2743200" algn="l">
              <a:lnSpc>
                <a:spcPct val="100000"/>
              </a:lnSpc>
              <a:spcBef>
                <a:spcPts val="360"/>
              </a:spcBef>
              <a:spcAft>
                <a:spcPts val="0"/>
              </a:spcAft>
              <a:buClr>
                <a:srgbClr val="000000"/>
              </a:buClr>
              <a:buSzPts val="1800"/>
              <a:buChar char="▪"/>
              <a:defRPr/>
            </a:lvl6pPr>
            <a:lvl7pPr indent="-342900" lvl="6" marL="3200400" algn="l">
              <a:lnSpc>
                <a:spcPct val="100000"/>
              </a:lnSpc>
              <a:spcBef>
                <a:spcPts val="360"/>
              </a:spcBef>
              <a:spcAft>
                <a:spcPts val="0"/>
              </a:spcAft>
              <a:buClr>
                <a:srgbClr val="000000"/>
              </a:buClr>
              <a:buSzPts val="1800"/>
              <a:buChar char="▪"/>
              <a:defRPr/>
            </a:lvl7pPr>
            <a:lvl8pPr indent="-342900" lvl="7" marL="3657600" algn="l">
              <a:lnSpc>
                <a:spcPct val="100000"/>
              </a:lnSpc>
              <a:spcBef>
                <a:spcPts val="360"/>
              </a:spcBef>
              <a:spcAft>
                <a:spcPts val="0"/>
              </a:spcAft>
              <a:buClr>
                <a:srgbClr val="000000"/>
              </a:buClr>
              <a:buSzPts val="1800"/>
              <a:buChar char="▪"/>
              <a:defRPr/>
            </a:lvl8pPr>
            <a:lvl9pPr indent="-342900" lvl="8" marL="4114800" algn="l">
              <a:lnSpc>
                <a:spcPct val="100000"/>
              </a:lnSpc>
              <a:spcBef>
                <a:spcPts val="360"/>
              </a:spcBef>
              <a:spcAft>
                <a:spcPts val="0"/>
              </a:spcAft>
              <a:buClr>
                <a:srgbClr val="000000"/>
              </a:buClr>
              <a:buSzPts val="1800"/>
              <a:buChar char="▪"/>
              <a:defRPr/>
            </a:lvl9pPr>
          </a:lstStyle>
          <a:p/>
        </p:txBody>
      </p:sp>
      <p:sp>
        <p:nvSpPr>
          <p:cNvPr id="40" name="Google Shape;40;p27"/>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28"/>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 name="Google Shape;45;p28"/>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000000"/>
              </a:buClr>
              <a:buSzPts val="2000"/>
              <a:buNone/>
              <a:defRPr sz="2000"/>
            </a:lvl1pPr>
            <a:lvl2pPr indent="-228600" lvl="1" marL="914400" algn="l">
              <a:lnSpc>
                <a:spcPct val="100000"/>
              </a:lnSpc>
              <a:spcBef>
                <a:spcPts val="360"/>
              </a:spcBef>
              <a:spcAft>
                <a:spcPts val="0"/>
              </a:spcAft>
              <a:buSzPts val="900"/>
              <a:buNone/>
              <a:defRPr sz="1800"/>
            </a:lvl2pPr>
            <a:lvl3pPr indent="-228600" lvl="2" marL="1371600" algn="l">
              <a:lnSpc>
                <a:spcPct val="100000"/>
              </a:lnSpc>
              <a:spcBef>
                <a:spcPts val="320"/>
              </a:spcBef>
              <a:spcAft>
                <a:spcPts val="0"/>
              </a:spcAft>
              <a:buSzPts val="1600"/>
              <a:buNone/>
              <a:defRPr sz="1600"/>
            </a:lvl3pPr>
            <a:lvl4pPr indent="-228600" lvl="3" marL="1828800" algn="l">
              <a:lnSpc>
                <a:spcPct val="100000"/>
              </a:lnSpc>
              <a:spcBef>
                <a:spcPts val="280"/>
              </a:spcBef>
              <a:spcAft>
                <a:spcPts val="0"/>
              </a:spcAft>
              <a:buSzPts val="840"/>
              <a:buNone/>
              <a:defRPr sz="1400"/>
            </a:lvl4pPr>
            <a:lvl5pPr indent="-228600" lvl="4" marL="2286000" algn="l">
              <a:lnSpc>
                <a:spcPct val="100000"/>
              </a:lnSpc>
              <a:spcBef>
                <a:spcPts val="280"/>
              </a:spcBef>
              <a:spcAft>
                <a:spcPts val="0"/>
              </a:spcAft>
              <a:buClr>
                <a:srgbClr val="000000"/>
              </a:buClr>
              <a:buSzPts val="1400"/>
              <a:buNone/>
              <a:defRPr sz="1400"/>
            </a:lvl5pPr>
            <a:lvl6pPr indent="-228600" lvl="5" marL="2743200" algn="l">
              <a:lnSpc>
                <a:spcPct val="100000"/>
              </a:lnSpc>
              <a:spcBef>
                <a:spcPts val="280"/>
              </a:spcBef>
              <a:spcAft>
                <a:spcPts val="0"/>
              </a:spcAft>
              <a:buClr>
                <a:srgbClr val="000000"/>
              </a:buClr>
              <a:buSzPts val="1400"/>
              <a:buNone/>
              <a:defRPr sz="1400"/>
            </a:lvl6pPr>
            <a:lvl7pPr indent="-228600" lvl="6" marL="3200400" algn="l">
              <a:lnSpc>
                <a:spcPct val="100000"/>
              </a:lnSpc>
              <a:spcBef>
                <a:spcPts val="280"/>
              </a:spcBef>
              <a:spcAft>
                <a:spcPts val="0"/>
              </a:spcAft>
              <a:buClr>
                <a:srgbClr val="000000"/>
              </a:buClr>
              <a:buSzPts val="1400"/>
              <a:buNone/>
              <a:defRPr sz="1400"/>
            </a:lvl7pPr>
            <a:lvl8pPr indent="-228600" lvl="7" marL="3657600" algn="l">
              <a:lnSpc>
                <a:spcPct val="100000"/>
              </a:lnSpc>
              <a:spcBef>
                <a:spcPts val="280"/>
              </a:spcBef>
              <a:spcAft>
                <a:spcPts val="0"/>
              </a:spcAft>
              <a:buClr>
                <a:srgbClr val="000000"/>
              </a:buClr>
              <a:buSzPts val="1400"/>
              <a:buNone/>
              <a:defRPr sz="1400"/>
            </a:lvl8pPr>
            <a:lvl9pPr indent="-228600" lvl="8" marL="4114800" algn="l">
              <a:lnSpc>
                <a:spcPct val="100000"/>
              </a:lnSpc>
              <a:spcBef>
                <a:spcPts val="280"/>
              </a:spcBef>
              <a:spcAft>
                <a:spcPts val="0"/>
              </a:spcAft>
              <a:buClr>
                <a:srgbClr val="000000"/>
              </a:buClr>
              <a:buSzPts val="1400"/>
              <a:buNone/>
              <a:defRPr sz="1400"/>
            </a:lvl9pPr>
          </a:lstStyle>
          <a:p/>
        </p:txBody>
      </p:sp>
      <p:sp>
        <p:nvSpPr>
          <p:cNvPr id="46" name="Google Shape;46;p28"/>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8"/>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29"/>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 name="Google Shape;51;p29"/>
          <p:cNvSpPr txBox="1"/>
          <p:nvPr>
            <p:ph idx="1" type="body"/>
          </p:nvPr>
        </p:nvSpPr>
        <p:spPr>
          <a:xfrm>
            <a:off x="457200" y="1028700"/>
            <a:ext cx="4038600" cy="37695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rgbClr val="000000"/>
              </a:buClr>
              <a:buSzPts val="2800"/>
              <a:buChar char="❖"/>
              <a:defRPr sz="2800"/>
            </a:lvl1pPr>
            <a:lvl2pPr indent="-304800" lvl="1" marL="914400" algn="l">
              <a:lnSpc>
                <a:spcPct val="100000"/>
              </a:lnSpc>
              <a:spcBef>
                <a:spcPts val="480"/>
              </a:spcBef>
              <a:spcAft>
                <a:spcPts val="0"/>
              </a:spcAft>
              <a:buSzPts val="1200"/>
              <a:buChar char="?"/>
              <a:defRPr sz="2400"/>
            </a:lvl2pPr>
            <a:lvl3pPr indent="-355600" lvl="2" marL="1371600" algn="l">
              <a:lnSpc>
                <a:spcPct val="100000"/>
              </a:lnSpc>
              <a:spcBef>
                <a:spcPts val="400"/>
              </a:spcBef>
              <a:spcAft>
                <a:spcPts val="0"/>
              </a:spcAft>
              <a:buSzPts val="2000"/>
              <a:buChar char="▪"/>
              <a:defRPr sz="2000"/>
            </a:lvl3pPr>
            <a:lvl4pPr indent="-297180" lvl="3" marL="1828800" algn="l">
              <a:lnSpc>
                <a:spcPct val="100000"/>
              </a:lnSpc>
              <a:spcBef>
                <a:spcPts val="360"/>
              </a:spcBef>
              <a:spcAft>
                <a:spcPts val="0"/>
              </a:spcAft>
              <a:buSzPts val="1080"/>
              <a:buChar char="?"/>
              <a:defRPr sz="1800"/>
            </a:lvl4pPr>
            <a:lvl5pPr indent="-342900" lvl="4" marL="2286000" algn="l">
              <a:lnSpc>
                <a:spcPct val="100000"/>
              </a:lnSpc>
              <a:spcBef>
                <a:spcPts val="360"/>
              </a:spcBef>
              <a:spcAft>
                <a:spcPts val="0"/>
              </a:spcAft>
              <a:buClr>
                <a:srgbClr val="000000"/>
              </a:buClr>
              <a:buSzPts val="1800"/>
              <a:buChar char="▪"/>
              <a:defRPr sz="1800"/>
            </a:lvl5pPr>
            <a:lvl6pPr indent="-342900" lvl="5" marL="2743200" algn="l">
              <a:lnSpc>
                <a:spcPct val="100000"/>
              </a:lnSpc>
              <a:spcBef>
                <a:spcPts val="360"/>
              </a:spcBef>
              <a:spcAft>
                <a:spcPts val="0"/>
              </a:spcAft>
              <a:buClr>
                <a:srgbClr val="000000"/>
              </a:buClr>
              <a:buSzPts val="1800"/>
              <a:buChar char="▪"/>
              <a:defRPr sz="1800"/>
            </a:lvl6pPr>
            <a:lvl7pPr indent="-342900" lvl="6" marL="3200400" algn="l">
              <a:lnSpc>
                <a:spcPct val="100000"/>
              </a:lnSpc>
              <a:spcBef>
                <a:spcPts val="360"/>
              </a:spcBef>
              <a:spcAft>
                <a:spcPts val="0"/>
              </a:spcAft>
              <a:buClr>
                <a:srgbClr val="000000"/>
              </a:buClr>
              <a:buSzPts val="1800"/>
              <a:buChar char="▪"/>
              <a:defRPr sz="1800"/>
            </a:lvl7pPr>
            <a:lvl8pPr indent="-342900" lvl="7" marL="3657600" algn="l">
              <a:lnSpc>
                <a:spcPct val="100000"/>
              </a:lnSpc>
              <a:spcBef>
                <a:spcPts val="360"/>
              </a:spcBef>
              <a:spcAft>
                <a:spcPts val="0"/>
              </a:spcAft>
              <a:buClr>
                <a:srgbClr val="000000"/>
              </a:buClr>
              <a:buSzPts val="1800"/>
              <a:buChar char="▪"/>
              <a:defRPr sz="1800"/>
            </a:lvl8pPr>
            <a:lvl9pPr indent="-342900" lvl="8" marL="4114800" algn="l">
              <a:lnSpc>
                <a:spcPct val="100000"/>
              </a:lnSpc>
              <a:spcBef>
                <a:spcPts val="360"/>
              </a:spcBef>
              <a:spcAft>
                <a:spcPts val="0"/>
              </a:spcAft>
              <a:buClr>
                <a:srgbClr val="000000"/>
              </a:buClr>
              <a:buSzPts val="1800"/>
              <a:buChar char="▪"/>
              <a:defRPr sz="1800"/>
            </a:lvl9pPr>
          </a:lstStyle>
          <a:p/>
        </p:txBody>
      </p:sp>
      <p:sp>
        <p:nvSpPr>
          <p:cNvPr id="52" name="Google Shape;52;p29"/>
          <p:cNvSpPr txBox="1"/>
          <p:nvPr>
            <p:ph idx="2" type="body"/>
          </p:nvPr>
        </p:nvSpPr>
        <p:spPr>
          <a:xfrm>
            <a:off x="4648200" y="1028700"/>
            <a:ext cx="4038600" cy="37695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rgbClr val="000000"/>
              </a:buClr>
              <a:buSzPts val="2800"/>
              <a:buChar char="❖"/>
              <a:defRPr sz="2800"/>
            </a:lvl1pPr>
            <a:lvl2pPr indent="-304800" lvl="1" marL="914400" algn="l">
              <a:lnSpc>
                <a:spcPct val="100000"/>
              </a:lnSpc>
              <a:spcBef>
                <a:spcPts val="480"/>
              </a:spcBef>
              <a:spcAft>
                <a:spcPts val="0"/>
              </a:spcAft>
              <a:buSzPts val="1200"/>
              <a:buChar char="?"/>
              <a:defRPr sz="2400"/>
            </a:lvl2pPr>
            <a:lvl3pPr indent="-355600" lvl="2" marL="1371600" algn="l">
              <a:lnSpc>
                <a:spcPct val="100000"/>
              </a:lnSpc>
              <a:spcBef>
                <a:spcPts val="400"/>
              </a:spcBef>
              <a:spcAft>
                <a:spcPts val="0"/>
              </a:spcAft>
              <a:buSzPts val="2000"/>
              <a:buChar char="▪"/>
              <a:defRPr sz="2000"/>
            </a:lvl3pPr>
            <a:lvl4pPr indent="-297180" lvl="3" marL="1828800" algn="l">
              <a:lnSpc>
                <a:spcPct val="100000"/>
              </a:lnSpc>
              <a:spcBef>
                <a:spcPts val="360"/>
              </a:spcBef>
              <a:spcAft>
                <a:spcPts val="0"/>
              </a:spcAft>
              <a:buSzPts val="1080"/>
              <a:buChar char="?"/>
              <a:defRPr sz="1800"/>
            </a:lvl4pPr>
            <a:lvl5pPr indent="-342900" lvl="4" marL="2286000" algn="l">
              <a:lnSpc>
                <a:spcPct val="100000"/>
              </a:lnSpc>
              <a:spcBef>
                <a:spcPts val="360"/>
              </a:spcBef>
              <a:spcAft>
                <a:spcPts val="0"/>
              </a:spcAft>
              <a:buClr>
                <a:srgbClr val="000000"/>
              </a:buClr>
              <a:buSzPts val="1800"/>
              <a:buChar char="▪"/>
              <a:defRPr sz="1800"/>
            </a:lvl5pPr>
            <a:lvl6pPr indent="-342900" lvl="5" marL="2743200" algn="l">
              <a:lnSpc>
                <a:spcPct val="100000"/>
              </a:lnSpc>
              <a:spcBef>
                <a:spcPts val="360"/>
              </a:spcBef>
              <a:spcAft>
                <a:spcPts val="0"/>
              </a:spcAft>
              <a:buClr>
                <a:srgbClr val="000000"/>
              </a:buClr>
              <a:buSzPts val="1800"/>
              <a:buChar char="▪"/>
              <a:defRPr sz="1800"/>
            </a:lvl6pPr>
            <a:lvl7pPr indent="-342900" lvl="6" marL="3200400" algn="l">
              <a:lnSpc>
                <a:spcPct val="100000"/>
              </a:lnSpc>
              <a:spcBef>
                <a:spcPts val="360"/>
              </a:spcBef>
              <a:spcAft>
                <a:spcPts val="0"/>
              </a:spcAft>
              <a:buClr>
                <a:srgbClr val="000000"/>
              </a:buClr>
              <a:buSzPts val="1800"/>
              <a:buChar char="▪"/>
              <a:defRPr sz="1800"/>
            </a:lvl7pPr>
            <a:lvl8pPr indent="-342900" lvl="7" marL="3657600" algn="l">
              <a:lnSpc>
                <a:spcPct val="100000"/>
              </a:lnSpc>
              <a:spcBef>
                <a:spcPts val="360"/>
              </a:spcBef>
              <a:spcAft>
                <a:spcPts val="0"/>
              </a:spcAft>
              <a:buClr>
                <a:srgbClr val="000000"/>
              </a:buClr>
              <a:buSzPts val="1800"/>
              <a:buChar char="▪"/>
              <a:defRPr sz="1800"/>
            </a:lvl8pPr>
            <a:lvl9pPr indent="-342900" lvl="8" marL="4114800" algn="l">
              <a:lnSpc>
                <a:spcPct val="100000"/>
              </a:lnSpc>
              <a:spcBef>
                <a:spcPts val="360"/>
              </a:spcBef>
              <a:spcAft>
                <a:spcPts val="0"/>
              </a:spcAft>
              <a:buClr>
                <a:srgbClr val="000000"/>
              </a:buClr>
              <a:buSzPts val="1800"/>
              <a:buChar char="▪"/>
              <a:defRPr sz="1800"/>
            </a:lvl9pPr>
          </a:lstStyle>
          <a:p/>
        </p:txBody>
      </p:sp>
      <p:sp>
        <p:nvSpPr>
          <p:cNvPr id="53" name="Google Shape;53;p29"/>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9"/>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3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8" name="Google Shape;58;p30"/>
          <p:cNvSpPr txBox="1"/>
          <p:nvPr>
            <p:ph idx="1" type="body"/>
          </p:nvPr>
        </p:nvSpPr>
        <p:spPr>
          <a:xfrm>
            <a:off x="457200" y="1151335"/>
            <a:ext cx="4040100" cy="4797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rgbClr val="000000"/>
              </a:buClr>
              <a:buSzPts val="2400"/>
              <a:buNone/>
              <a:defRPr b="1" sz="2400"/>
            </a:lvl1pPr>
            <a:lvl2pPr indent="-228600" lvl="1" marL="914400" algn="l">
              <a:lnSpc>
                <a:spcPct val="100000"/>
              </a:lnSpc>
              <a:spcBef>
                <a:spcPts val="400"/>
              </a:spcBef>
              <a:spcAft>
                <a:spcPts val="0"/>
              </a:spcAft>
              <a:buSzPts val="1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960"/>
              <a:buNone/>
              <a:defRPr b="1" sz="1600"/>
            </a:lvl4pPr>
            <a:lvl5pPr indent="-228600" lvl="4" marL="2286000" algn="l">
              <a:lnSpc>
                <a:spcPct val="100000"/>
              </a:lnSpc>
              <a:spcBef>
                <a:spcPts val="320"/>
              </a:spcBef>
              <a:spcAft>
                <a:spcPts val="0"/>
              </a:spcAft>
              <a:buClr>
                <a:srgbClr val="000000"/>
              </a:buClr>
              <a:buSzPts val="1600"/>
              <a:buNone/>
              <a:defRPr b="1" sz="1600"/>
            </a:lvl5pPr>
            <a:lvl6pPr indent="-228600" lvl="5" marL="2743200" algn="l">
              <a:lnSpc>
                <a:spcPct val="100000"/>
              </a:lnSpc>
              <a:spcBef>
                <a:spcPts val="320"/>
              </a:spcBef>
              <a:spcAft>
                <a:spcPts val="0"/>
              </a:spcAft>
              <a:buClr>
                <a:srgbClr val="000000"/>
              </a:buClr>
              <a:buSzPts val="1600"/>
              <a:buNone/>
              <a:defRPr b="1" sz="1600"/>
            </a:lvl6pPr>
            <a:lvl7pPr indent="-228600" lvl="6" marL="3200400" algn="l">
              <a:lnSpc>
                <a:spcPct val="100000"/>
              </a:lnSpc>
              <a:spcBef>
                <a:spcPts val="320"/>
              </a:spcBef>
              <a:spcAft>
                <a:spcPts val="0"/>
              </a:spcAft>
              <a:buClr>
                <a:srgbClr val="000000"/>
              </a:buClr>
              <a:buSzPts val="1600"/>
              <a:buNone/>
              <a:defRPr b="1" sz="1600"/>
            </a:lvl7pPr>
            <a:lvl8pPr indent="-228600" lvl="7" marL="3657600" algn="l">
              <a:lnSpc>
                <a:spcPct val="100000"/>
              </a:lnSpc>
              <a:spcBef>
                <a:spcPts val="320"/>
              </a:spcBef>
              <a:spcAft>
                <a:spcPts val="0"/>
              </a:spcAft>
              <a:buClr>
                <a:srgbClr val="000000"/>
              </a:buClr>
              <a:buSzPts val="1600"/>
              <a:buNone/>
              <a:defRPr b="1" sz="1600"/>
            </a:lvl8pPr>
            <a:lvl9pPr indent="-228600" lvl="8" marL="4114800" algn="l">
              <a:lnSpc>
                <a:spcPct val="100000"/>
              </a:lnSpc>
              <a:spcBef>
                <a:spcPts val="320"/>
              </a:spcBef>
              <a:spcAft>
                <a:spcPts val="0"/>
              </a:spcAft>
              <a:buClr>
                <a:srgbClr val="000000"/>
              </a:buClr>
              <a:buSzPts val="1600"/>
              <a:buNone/>
              <a:defRPr b="1" sz="1600"/>
            </a:lvl9pPr>
          </a:lstStyle>
          <a:p/>
        </p:txBody>
      </p:sp>
      <p:sp>
        <p:nvSpPr>
          <p:cNvPr id="59" name="Google Shape;59;p30"/>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000000"/>
              </a:buClr>
              <a:buSzPts val="2400"/>
              <a:buChar char="❖"/>
              <a:defRPr sz="2400"/>
            </a:lvl1pPr>
            <a:lvl2pPr indent="-292100" lvl="1" marL="914400" algn="l">
              <a:lnSpc>
                <a:spcPct val="100000"/>
              </a:lnSpc>
              <a:spcBef>
                <a:spcPts val="400"/>
              </a:spcBef>
              <a:spcAft>
                <a:spcPts val="0"/>
              </a:spcAft>
              <a:buSzPts val="1000"/>
              <a:buChar char="?"/>
              <a:defRPr sz="2000"/>
            </a:lvl2pPr>
            <a:lvl3pPr indent="-342900" lvl="2" marL="1371600" algn="l">
              <a:lnSpc>
                <a:spcPct val="100000"/>
              </a:lnSpc>
              <a:spcBef>
                <a:spcPts val="360"/>
              </a:spcBef>
              <a:spcAft>
                <a:spcPts val="0"/>
              </a:spcAft>
              <a:buSzPts val="1800"/>
              <a:buChar char="▪"/>
              <a:defRPr sz="1800"/>
            </a:lvl3pPr>
            <a:lvl4pPr indent="-289560" lvl="3" marL="1828800" algn="l">
              <a:lnSpc>
                <a:spcPct val="100000"/>
              </a:lnSpc>
              <a:spcBef>
                <a:spcPts val="320"/>
              </a:spcBef>
              <a:spcAft>
                <a:spcPts val="0"/>
              </a:spcAft>
              <a:buSzPts val="960"/>
              <a:buChar char="?"/>
              <a:defRPr sz="1600"/>
            </a:lvl4pPr>
            <a:lvl5pPr indent="-330200" lvl="4" marL="2286000" algn="l">
              <a:lnSpc>
                <a:spcPct val="100000"/>
              </a:lnSpc>
              <a:spcBef>
                <a:spcPts val="320"/>
              </a:spcBef>
              <a:spcAft>
                <a:spcPts val="0"/>
              </a:spcAft>
              <a:buClr>
                <a:srgbClr val="000000"/>
              </a:buClr>
              <a:buSzPts val="1600"/>
              <a:buChar char="▪"/>
              <a:defRPr sz="1600"/>
            </a:lvl5pPr>
            <a:lvl6pPr indent="-330200" lvl="5" marL="2743200" algn="l">
              <a:lnSpc>
                <a:spcPct val="100000"/>
              </a:lnSpc>
              <a:spcBef>
                <a:spcPts val="320"/>
              </a:spcBef>
              <a:spcAft>
                <a:spcPts val="0"/>
              </a:spcAft>
              <a:buClr>
                <a:srgbClr val="000000"/>
              </a:buClr>
              <a:buSzPts val="1600"/>
              <a:buChar char="▪"/>
              <a:defRPr sz="1600"/>
            </a:lvl6pPr>
            <a:lvl7pPr indent="-330200" lvl="6" marL="3200400" algn="l">
              <a:lnSpc>
                <a:spcPct val="100000"/>
              </a:lnSpc>
              <a:spcBef>
                <a:spcPts val="320"/>
              </a:spcBef>
              <a:spcAft>
                <a:spcPts val="0"/>
              </a:spcAft>
              <a:buClr>
                <a:srgbClr val="000000"/>
              </a:buClr>
              <a:buSzPts val="1600"/>
              <a:buChar char="▪"/>
              <a:defRPr sz="1600"/>
            </a:lvl7pPr>
            <a:lvl8pPr indent="-330200" lvl="7" marL="3657600" algn="l">
              <a:lnSpc>
                <a:spcPct val="100000"/>
              </a:lnSpc>
              <a:spcBef>
                <a:spcPts val="320"/>
              </a:spcBef>
              <a:spcAft>
                <a:spcPts val="0"/>
              </a:spcAft>
              <a:buClr>
                <a:srgbClr val="000000"/>
              </a:buClr>
              <a:buSzPts val="1600"/>
              <a:buChar char="▪"/>
              <a:defRPr sz="1600"/>
            </a:lvl8pPr>
            <a:lvl9pPr indent="-330200" lvl="8" marL="4114800" algn="l">
              <a:lnSpc>
                <a:spcPct val="100000"/>
              </a:lnSpc>
              <a:spcBef>
                <a:spcPts val="320"/>
              </a:spcBef>
              <a:spcAft>
                <a:spcPts val="0"/>
              </a:spcAft>
              <a:buClr>
                <a:srgbClr val="000000"/>
              </a:buClr>
              <a:buSzPts val="1600"/>
              <a:buChar char="▪"/>
              <a:defRPr sz="1600"/>
            </a:lvl9pPr>
          </a:lstStyle>
          <a:p/>
        </p:txBody>
      </p:sp>
      <p:sp>
        <p:nvSpPr>
          <p:cNvPr id="60" name="Google Shape;60;p30"/>
          <p:cNvSpPr txBox="1"/>
          <p:nvPr>
            <p:ph idx="3" type="body"/>
          </p:nvPr>
        </p:nvSpPr>
        <p:spPr>
          <a:xfrm>
            <a:off x="4645025" y="1151335"/>
            <a:ext cx="4041900" cy="4797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rgbClr val="000000"/>
              </a:buClr>
              <a:buSzPts val="2400"/>
              <a:buNone/>
              <a:defRPr b="1" sz="2400"/>
            </a:lvl1pPr>
            <a:lvl2pPr indent="-228600" lvl="1" marL="914400" algn="l">
              <a:lnSpc>
                <a:spcPct val="100000"/>
              </a:lnSpc>
              <a:spcBef>
                <a:spcPts val="400"/>
              </a:spcBef>
              <a:spcAft>
                <a:spcPts val="0"/>
              </a:spcAft>
              <a:buSzPts val="1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960"/>
              <a:buNone/>
              <a:defRPr b="1" sz="1600"/>
            </a:lvl4pPr>
            <a:lvl5pPr indent="-228600" lvl="4" marL="2286000" algn="l">
              <a:lnSpc>
                <a:spcPct val="100000"/>
              </a:lnSpc>
              <a:spcBef>
                <a:spcPts val="320"/>
              </a:spcBef>
              <a:spcAft>
                <a:spcPts val="0"/>
              </a:spcAft>
              <a:buClr>
                <a:srgbClr val="000000"/>
              </a:buClr>
              <a:buSzPts val="1600"/>
              <a:buNone/>
              <a:defRPr b="1" sz="1600"/>
            </a:lvl5pPr>
            <a:lvl6pPr indent="-228600" lvl="5" marL="2743200" algn="l">
              <a:lnSpc>
                <a:spcPct val="100000"/>
              </a:lnSpc>
              <a:spcBef>
                <a:spcPts val="320"/>
              </a:spcBef>
              <a:spcAft>
                <a:spcPts val="0"/>
              </a:spcAft>
              <a:buClr>
                <a:srgbClr val="000000"/>
              </a:buClr>
              <a:buSzPts val="1600"/>
              <a:buNone/>
              <a:defRPr b="1" sz="1600"/>
            </a:lvl6pPr>
            <a:lvl7pPr indent="-228600" lvl="6" marL="3200400" algn="l">
              <a:lnSpc>
                <a:spcPct val="100000"/>
              </a:lnSpc>
              <a:spcBef>
                <a:spcPts val="320"/>
              </a:spcBef>
              <a:spcAft>
                <a:spcPts val="0"/>
              </a:spcAft>
              <a:buClr>
                <a:srgbClr val="000000"/>
              </a:buClr>
              <a:buSzPts val="1600"/>
              <a:buNone/>
              <a:defRPr b="1" sz="1600"/>
            </a:lvl7pPr>
            <a:lvl8pPr indent="-228600" lvl="7" marL="3657600" algn="l">
              <a:lnSpc>
                <a:spcPct val="100000"/>
              </a:lnSpc>
              <a:spcBef>
                <a:spcPts val="320"/>
              </a:spcBef>
              <a:spcAft>
                <a:spcPts val="0"/>
              </a:spcAft>
              <a:buClr>
                <a:srgbClr val="000000"/>
              </a:buClr>
              <a:buSzPts val="1600"/>
              <a:buNone/>
              <a:defRPr b="1" sz="1600"/>
            </a:lvl8pPr>
            <a:lvl9pPr indent="-228600" lvl="8" marL="4114800" algn="l">
              <a:lnSpc>
                <a:spcPct val="100000"/>
              </a:lnSpc>
              <a:spcBef>
                <a:spcPts val="320"/>
              </a:spcBef>
              <a:spcAft>
                <a:spcPts val="0"/>
              </a:spcAft>
              <a:buClr>
                <a:srgbClr val="000000"/>
              </a:buClr>
              <a:buSzPts val="1600"/>
              <a:buNone/>
              <a:defRPr b="1" sz="1600"/>
            </a:lvl9pPr>
          </a:lstStyle>
          <a:p/>
        </p:txBody>
      </p:sp>
      <p:sp>
        <p:nvSpPr>
          <p:cNvPr id="61" name="Google Shape;61;p30"/>
          <p:cNvSpPr txBox="1"/>
          <p:nvPr>
            <p:ph idx="4" type="body"/>
          </p:nvPr>
        </p:nvSpPr>
        <p:spPr>
          <a:xfrm>
            <a:off x="4645025" y="1631156"/>
            <a:ext cx="4041900" cy="29634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000000"/>
              </a:buClr>
              <a:buSzPts val="2400"/>
              <a:buChar char="❖"/>
              <a:defRPr sz="2400"/>
            </a:lvl1pPr>
            <a:lvl2pPr indent="-292100" lvl="1" marL="914400" algn="l">
              <a:lnSpc>
                <a:spcPct val="100000"/>
              </a:lnSpc>
              <a:spcBef>
                <a:spcPts val="400"/>
              </a:spcBef>
              <a:spcAft>
                <a:spcPts val="0"/>
              </a:spcAft>
              <a:buSzPts val="1000"/>
              <a:buChar char="?"/>
              <a:defRPr sz="2000"/>
            </a:lvl2pPr>
            <a:lvl3pPr indent="-342900" lvl="2" marL="1371600" algn="l">
              <a:lnSpc>
                <a:spcPct val="100000"/>
              </a:lnSpc>
              <a:spcBef>
                <a:spcPts val="360"/>
              </a:spcBef>
              <a:spcAft>
                <a:spcPts val="0"/>
              </a:spcAft>
              <a:buSzPts val="1800"/>
              <a:buChar char="▪"/>
              <a:defRPr sz="1800"/>
            </a:lvl3pPr>
            <a:lvl4pPr indent="-289560" lvl="3" marL="1828800" algn="l">
              <a:lnSpc>
                <a:spcPct val="100000"/>
              </a:lnSpc>
              <a:spcBef>
                <a:spcPts val="320"/>
              </a:spcBef>
              <a:spcAft>
                <a:spcPts val="0"/>
              </a:spcAft>
              <a:buSzPts val="960"/>
              <a:buChar char="?"/>
              <a:defRPr sz="1600"/>
            </a:lvl4pPr>
            <a:lvl5pPr indent="-330200" lvl="4" marL="2286000" algn="l">
              <a:lnSpc>
                <a:spcPct val="100000"/>
              </a:lnSpc>
              <a:spcBef>
                <a:spcPts val="320"/>
              </a:spcBef>
              <a:spcAft>
                <a:spcPts val="0"/>
              </a:spcAft>
              <a:buClr>
                <a:srgbClr val="000000"/>
              </a:buClr>
              <a:buSzPts val="1600"/>
              <a:buChar char="▪"/>
              <a:defRPr sz="1600"/>
            </a:lvl5pPr>
            <a:lvl6pPr indent="-330200" lvl="5" marL="2743200" algn="l">
              <a:lnSpc>
                <a:spcPct val="100000"/>
              </a:lnSpc>
              <a:spcBef>
                <a:spcPts val="320"/>
              </a:spcBef>
              <a:spcAft>
                <a:spcPts val="0"/>
              </a:spcAft>
              <a:buClr>
                <a:srgbClr val="000000"/>
              </a:buClr>
              <a:buSzPts val="1600"/>
              <a:buChar char="▪"/>
              <a:defRPr sz="1600"/>
            </a:lvl6pPr>
            <a:lvl7pPr indent="-330200" lvl="6" marL="3200400" algn="l">
              <a:lnSpc>
                <a:spcPct val="100000"/>
              </a:lnSpc>
              <a:spcBef>
                <a:spcPts val="320"/>
              </a:spcBef>
              <a:spcAft>
                <a:spcPts val="0"/>
              </a:spcAft>
              <a:buClr>
                <a:srgbClr val="000000"/>
              </a:buClr>
              <a:buSzPts val="1600"/>
              <a:buChar char="▪"/>
              <a:defRPr sz="1600"/>
            </a:lvl7pPr>
            <a:lvl8pPr indent="-330200" lvl="7" marL="3657600" algn="l">
              <a:lnSpc>
                <a:spcPct val="100000"/>
              </a:lnSpc>
              <a:spcBef>
                <a:spcPts val="320"/>
              </a:spcBef>
              <a:spcAft>
                <a:spcPts val="0"/>
              </a:spcAft>
              <a:buClr>
                <a:srgbClr val="000000"/>
              </a:buClr>
              <a:buSzPts val="1600"/>
              <a:buChar char="▪"/>
              <a:defRPr sz="1600"/>
            </a:lvl8pPr>
            <a:lvl9pPr indent="-330200" lvl="8" marL="4114800" algn="l">
              <a:lnSpc>
                <a:spcPct val="100000"/>
              </a:lnSpc>
              <a:spcBef>
                <a:spcPts val="320"/>
              </a:spcBef>
              <a:spcAft>
                <a:spcPts val="0"/>
              </a:spcAft>
              <a:buClr>
                <a:srgbClr val="000000"/>
              </a:buClr>
              <a:buSzPts val="1600"/>
              <a:buChar char="▪"/>
              <a:defRPr sz="1600"/>
            </a:lvl9pPr>
          </a:lstStyle>
          <a:p/>
        </p:txBody>
      </p:sp>
      <p:sp>
        <p:nvSpPr>
          <p:cNvPr id="62" name="Google Shape;62;p30"/>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0"/>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31"/>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 name="Google Shape;67;p31"/>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1"/>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1"/>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32"/>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4" name="Shape 74"/>
        <p:cNvGrpSpPr/>
        <p:nvPr/>
      </p:nvGrpSpPr>
      <p:grpSpPr>
        <a:xfrm>
          <a:off x="0" y="0"/>
          <a:ext cx="0" cy="0"/>
          <a:chOff x="0" y="0"/>
          <a:chExt cx="0" cy="0"/>
        </a:xfrm>
      </p:grpSpPr>
      <p:sp>
        <p:nvSpPr>
          <p:cNvPr id="75" name="Google Shape;75;p33"/>
          <p:cNvSpPr txBox="1"/>
          <p:nvPr>
            <p:ph type="title"/>
          </p:nvPr>
        </p:nvSpPr>
        <p:spPr>
          <a:xfrm>
            <a:off x="457200" y="204788"/>
            <a:ext cx="3008400" cy="8715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 name="Google Shape;76;p33"/>
          <p:cNvSpPr txBox="1"/>
          <p:nvPr>
            <p:ph idx="1" type="body"/>
          </p:nvPr>
        </p:nvSpPr>
        <p:spPr>
          <a:xfrm>
            <a:off x="3575050" y="204788"/>
            <a:ext cx="5111700" cy="4389900"/>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rgbClr val="000000"/>
              </a:buClr>
              <a:buSzPts val="3200"/>
              <a:buChar char="❖"/>
              <a:defRPr sz="3200"/>
            </a:lvl1pPr>
            <a:lvl2pPr indent="-317500" lvl="1" marL="914400" algn="l">
              <a:lnSpc>
                <a:spcPct val="100000"/>
              </a:lnSpc>
              <a:spcBef>
                <a:spcPts val="560"/>
              </a:spcBef>
              <a:spcAft>
                <a:spcPts val="0"/>
              </a:spcAft>
              <a:buSzPts val="1400"/>
              <a:buChar char="?"/>
              <a:defRPr sz="2800"/>
            </a:lvl2pPr>
            <a:lvl3pPr indent="-381000" lvl="2" marL="1371600" algn="l">
              <a:lnSpc>
                <a:spcPct val="100000"/>
              </a:lnSpc>
              <a:spcBef>
                <a:spcPts val="480"/>
              </a:spcBef>
              <a:spcAft>
                <a:spcPts val="0"/>
              </a:spcAft>
              <a:buSzPts val="2400"/>
              <a:buChar char="▪"/>
              <a:defRPr sz="2400"/>
            </a:lvl3pPr>
            <a:lvl4pPr indent="-304800" lvl="3" marL="1828800" algn="l">
              <a:lnSpc>
                <a:spcPct val="100000"/>
              </a:lnSpc>
              <a:spcBef>
                <a:spcPts val="400"/>
              </a:spcBef>
              <a:spcAft>
                <a:spcPts val="0"/>
              </a:spcAft>
              <a:buSzPts val="1200"/>
              <a:buChar char="?"/>
              <a:defRPr sz="2000"/>
            </a:lvl4pPr>
            <a:lvl5pPr indent="-355600" lvl="4" marL="2286000" algn="l">
              <a:lnSpc>
                <a:spcPct val="100000"/>
              </a:lnSpc>
              <a:spcBef>
                <a:spcPts val="400"/>
              </a:spcBef>
              <a:spcAft>
                <a:spcPts val="0"/>
              </a:spcAft>
              <a:buClr>
                <a:srgbClr val="000000"/>
              </a:buClr>
              <a:buSzPts val="2000"/>
              <a:buChar char="▪"/>
              <a:defRPr sz="2000"/>
            </a:lvl5pPr>
            <a:lvl6pPr indent="-355600" lvl="5" marL="2743200" algn="l">
              <a:lnSpc>
                <a:spcPct val="100000"/>
              </a:lnSpc>
              <a:spcBef>
                <a:spcPts val="400"/>
              </a:spcBef>
              <a:spcAft>
                <a:spcPts val="0"/>
              </a:spcAft>
              <a:buClr>
                <a:srgbClr val="000000"/>
              </a:buClr>
              <a:buSzPts val="2000"/>
              <a:buChar char="▪"/>
              <a:defRPr sz="2000"/>
            </a:lvl6pPr>
            <a:lvl7pPr indent="-355600" lvl="6" marL="3200400" algn="l">
              <a:lnSpc>
                <a:spcPct val="100000"/>
              </a:lnSpc>
              <a:spcBef>
                <a:spcPts val="400"/>
              </a:spcBef>
              <a:spcAft>
                <a:spcPts val="0"/>
              </a:spcAft>
              <a:buClr>
                <a:srgbClr val="000000"/>
              </a:buClr>
              <a:buSzPts val="2000"/>
              <a:buChar char="▪"/>
              <a:defRPr sz="2000"/>
            </a:lvl7pPr>
            <a:lvl8pPr indent="-355600" lvl="7" marL="3657600" algn="l">
              <a:lnSpc>
                <a:spcPct val="100000"/>
              </a:lnSpc>
              <a:spcBef>
                <a:spcPts val="400"/>
              </a:spcBef>
              <a:spcAft>
                <a:spcPts val="0"/>
              </a:spcAft>
              <a:buClr>
                <a:srgbClr val="000000"/>
              </a:buClr>
              <a:buSzPts val="2000"/>
              <a:buChar char="▪"/>
              <a:defRPr sz="2000"/>
            </a:lvl8pPr>
            <a:lvl9pPr indent="-355600" lvl="8" marL="4114800" algn="l">
              <a:lnSpc>
                <a:spcPct val="100000"/>
              </a:lnSpc>
              <a:spcBef>
                <a:spcPts val="400"/>
              </a:spcBef>
              <a:spcAft>
                <a:spcPts val="0"/>
              </a:spcAft>
              <a:buClr>
                <a:srgbClr val="000000"/>
              </a:buClr>
              <a:buSzPts val="2000"/>
              <a:buChar char="▪"/>
              <a:defRPr sz="2000"/>
            </a:lvl9pPr>
          </a:lstStyle>
          <a:p/>
        </p:txBody>
      </p:sp>
      <p:sp>
        <p:nvSpPr>
          <p:cNvPr id="77" name="Google Shape;77;p33"/>
          <p:cNvSpPr txBox="1"/>
          <p:nvPr>
            <p:ph idx="2" type="body"/>
          </p:nvPr>
        </p:nvSpPr>
        <p:spPr>
          <a:xfrm>
            <a:off x="457200" y="1076325"/>
            <a:ext cx="3008400" cy="35184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000000"/>
              </a:buClr>
              <a:buSzPts val="1400"/>
              <a:buNone/>
              <a:defRPr sz="1400"/>
            </a:lvl1pPr>
            <a:lvl2pPr indent="-228600" lvl="1" marL="914400" algn="l">
              <a:lnSpc>
                <a:spcPct val="100000"/>
              </a:lnSpc>
              <a:spcBef>
                <a:spcPts val="240"/>
              </a:spcBef>
              <a:spcAft>
                <a:spcPts val="0"/>
              </a:spcAft>
              <a:buSzPts val="6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540"/>
              <a:buNone/>
              <a:defRPr sz="900"/>
            </a:lvl4pPr>
            <a:lvl5pPr indent="-228600" lvl="4" marL="2286000" algn="l">
              <a:lnSpc>
                <a:spcPct val="100000"/>
              </a:lnSpc>
              <a:spcBef>
                <a:spcPts val="180"/>
              </a:spcBef>
              <a:spcAft>
                <a:spcPts val="0"/>
              </a:spcAft>
              <a:buClr>
                <a:srgbClr val="000000"/>
              </a:buClr>
              <a:buSzPts val="900"/>
              <a:buNone/>
              <a:defRPr sz="900"/>
            </a:lvl5pPr>
            <a:lvl6pPr indent="-228600" lvl="5" marL="2743200" algn="l">
              <a:lnSpc>
                <a:spcPct val="100000"/>
              </a:lnSpc>
              <a:spcBef>
                <a:spcPts val="180"/>
              </a:spcBef>
              <a:spcAft>
                <a:spcPts val="0"/>
              </a:spcAft>
              <a:buClr>
                <a:srgbClr val="000000"/>
              </a:buClr>
              <a:buSzPts val="900"/>
              <a:buNone/>
              <a:defRPr sz="900"/>
            </a:lvl6pPr>
            <a:lvl7pPr indent="-228600" lvl="6" marL="3200400" algn="l">
              <a:lnSpc>
                <a:spcPct val="100000"/>
              </a:lnSpc>
              <a:spcBef>
                <a:spcPts val="180"/>
              </a:spcBef>
              <a:spcAft>
                <a:spcPts val="0"/>
              </a:spcAft>
              <a:buClr>
                <a:srgbClr val="000000"/>
              </a:buClr>
              <a:buSzPts val="900"/>
              <a:buNone/>
              <a:defRPr sz="900"/>
            </a:lvl7pPr>
            <a:lvl8pPr indent="-228600" lvl="7" marL="3657600" algn="l">
              <a:lnSpc>
                <a:spcPct val="100000"/>
              </a:lnSpc>
              <a:spcBef>
                <a:spcPts val="180"/>
              </a:spcBef>
              <a:spcAft>
                <a:spcPts val="0"/>
              </a:spcAft>
              <a:buClr>
                <a:srgbClr val="000000"/>
              </a:buClr>
              <a:buSzPts val="900"/>
              <a:buNone/>
              <a:defRPr sz="900"/>
            </a:lvl8pPr>
            <a:lvl9pPr indent="-228600" lvl="8" marL="4114800" algn="l">
              <a:lnSpc>
                <a:spcPct val="100000"/>
              </a:lnSpc>
              <a:spcBef>
                <a:spcPts val="180"/>
              </a:spcBef>
              <a:spcAft>
                <a:spcPts val="0"/>
              </a:spcAft>
              <a:buClr>
                <a:srgbClr val="000000"/>
              </a:buClr>
              <a:buSzPts val="900"/>
              <a:buNone/>
              <a:defRPr sz="900"/>
            </a:lvl9pPr>
          </a:lstStyle>
          <a:p/>
        </p:txBody>
      </p:sp>
      <p:sp>
        <p:nvSpPr>
          <p:cNvPr id="78" name="Google Shape;78;p33"/>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3"/>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34"/>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3" name="Google Shape;83;p34"/>
          <p:cNvSpPr/>
          <p:nvPr>
            <p:ph idx="2" type="pic"/>
          </p:nvPr>
        </p:nvSpPr>
        <p:spPr>
          <a:xfrm>
            <a:off x="1792288" y="459581"/>
            <a:ext cx="5486400" cy="3086100"/>
          </a:xfrm>
          <a:prstGeom prst="rect">
            <a:avLst/>
          </a:prstGeom>
          <a:noFill/>
          <a:ln>
            <a:noFill/>
          </a:ln>
        </p:spPr>
      </p:sp>
      <p:sp>
        <p:nvSpPr>
          <p:cNvPr id="84" name="Google Shape;84;p34"/>
          <p:cNvSpPr txBox="1"/>
          <p:nvPr>
            <p:ph idx="1" type="body"/>
          </p:nvPr>
        </p:nvSpPr>
        <p:spPr>
          <a:xfrm>
            <a:off x="1792288" y="4025504"/>
            <a:ext cx="5486400" cy="6036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000000"/>
              </a:buClr>
              <a:buSzPts val="1400"/>
              <a:buNone/>
              <a:defRPr sz="1400"/>
            </a:lvl1pPr>
            <a:lvl2pPr indent="-228600" lvl="1" marL="914400" algn="l">
              <a:lnSpc>
                <a:spcPct val="100000"/>
              </a:lnSpc>
              <a:spcBef>
                <a:spcPts val="240"/>
              </a:spcBef>
              <a:spcAft>
                <a:spcPts val="0"/>
              </a:spcAft>
              <a:buSzPts val="6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540"/>
              <a:buNone/>
              <a:defRPr sz="900"/>
            </a:lvl4pPr>
            <a:lvl5pPr indent="-228600" lvl="4" marL="2286000" algn="l">
              <a:lnSpc>
                <a:spcPct val="100000"/>
              </a:lnSpc>
              <a:spcBef>
                <a:spcPts val="180"/>
              </a:spcBef>
              <a:spcAft>
                <a:spcPts val="0"/>
              </a:spcAft>
              <a:buClr>
                <a:srgbClr val="000000"/>
              </a:buClr>
              <a:buSzPts val="900"/>
              <a:buNone/>
              <a:defRPr sz="900"/>
            </a:lvl5pPr>
            <a:lvl6pPr indent="-228600" lvl="5" marL="2743200" algn="l">
              <a:lnSpc>
                <a:spcPct val="100000"/>
              </a:lnSpc>
              <a:spcBef>
                <a:spcPts val="180"/>
              </a:spcBef>
              <a:spcAft>
                <a:spcPts val="0"/>
              </a:spcAft>
              <a:buClr>
                <a:srgbClr val="000000"/>
              </a:buClr>
              <a:buSzPts val="900"/>
              <a:buNone/>
              <a:defRPr sz="900"/>
            </a:lvl6pPr>
            <a:lvl7pPr indent="-228600" lvl="6" marL="3200400" algn="l">
              <a:lnSpc>
                <a:spcPct val="100000"/>
              </a:lnSpc>
              <a:spcBef>
                <a:spcPts val="180"/>
              </a:spcBef>
              <a:spcAft>
                <a:spcPts val="0"/>
              </a:spcAft>
              <a:buClr>
                <a:srgbClr val="000000"/>
              </a:buClr>
              <a:buSzPts val="900"/>
              <a:buNone/>
              <a:defRPr sz="900"/>
            </a:lvl7pPr>
            <a:lvl8pPr indent="-228600" lvl="7" marL="3657600" algn="l">
              <a:lnSpc>
                <a:spcPct val="100000"/>
              </a:lnSpc>
              <a:spcBef>
                <a:spcPts val="180"/>
              </a:spcBef>
              <a:spcAft>
                <a:spcPts val="0"/>
              </a:spcAft>
              <a:buClr>
                <a:srgbClr val="000000"/>
              </a:buClr>
              <a:buSzPts val="900"/>
              <a:buNone/>
              <a:defRPr sz="900"/>
            </a:lvl8pPr>
            <a:lvl9pPr indent="-228600" lvl="8" marL="4114800" algn="l">
              <a:lnSpc>
                <a:spcPct val="100000"/>
              </a:lnSpc>
              <a:spcBef>
                <a:spcPts val="180"/>
              </a:spcBef>
              <a:spcAft>
                <a:spcPts val="0"/>
              </a:spcAft>
              <a:buClr>
                <a:srgbClr val="000000"/>
              </a:buClr>
              <a:buSzPts val="900"/>
              <a:buNone/>
              <a:defRPr sz="900"/>
            </a:lvl9pPr>
          </a:lstStyle>
          <a:p/>
        </p:txBody>
      </p:sp>
      <p:sp>
        <p:nvSpPr>
          <p:cNvPr id="85" name="Google Shape;85;p34"/>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4"/>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4"/>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35"/>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0" name="Google Shape;90;p35"/>
          <p:cNvSpPr txBox="1"/>
          <p:nvPr>
            <p:ph idx="1" type="body"/>
          </p:nvPr>
        </p:nvSpPr>
        <p:spPr>
          <a:xfrm rot="5400000">
            <a:off x="2687250" y="-1201350"/>
            <a:ext cx="3769500"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000000"/>
              </a:buClr>
              <a:buSzPts val="1800"/>
              <a:buChar char="❖"/>
              <a:defRPr/>
            </a:lvl1pPr>
            <a:lvl2pPr indent="-285750" lvl="1" marL="914400" algn="l">
              <a:lnSpc>
                <a:spcPct val="100000"/>
              </a:lnSpc>
              <a:spcBef>
                <a:spcPts val="360"/>
              </a:spcBef>
              <a:spcAft>
                <a:spcPts val="0"/>
              </a:spcAft>
              <a:buSzPts val="900"/>
              <a:buChar char="?"/>
              <a:defRPr/>
            </a:lvl2pPr>
            <a:lvl3pPr indent="-342900" lvl="2" marL="1371600" algn="l">
              <a:lnSpc>
                <a:spcPct val="100000"/>
              </a:lnSpc>
              <a:spcBef>
                <a:spcPts val="360"/>
              </a:spcBef>
              <a:spcAft>
                <a:spcPts val="0"/>
              </a:spcAft>
              <a:buSzPts val="1800"/>
              <a:buChar char="▪"/>
              <a:defRPr/>
            </a:lvl3pPr>
            <a:lvl4pPr indent="-297180" lvl="3" marL="1828800" algn="l">
              <a:lnSpc>
                <a:spcPct val="100000"/>
              </a:lnSpc>
              <a:spcBef>
                <a:spcPts val="360"/>
              </a:spcBef>
              <a:spcAft>
                <a:spcPts val="0"/>
              </a:spcAft>
              <a:buSzPts val="1080"/>
              <a:buChar char="?"/>
              <a:defRPr/>
            </a:lvl4pPr>
            <a:lvl5pPr indent="-342900" lvl="4" marL="2286000" algn="l">
              <a:lnSpc>
                <a:spcPct val="100000"/>
              </a:lnSpc>
              <a:spcBef>
                <a:spcPts val="360"/>
              </a:spcBef>
              <a:spcAft>
                <a:spcPts val="0"/>
              </a:spcAft>
              <a:buClr>
                <a:srgbClr val="000000"/>
              </a:buClr>
              <a:buSzPts val="1800"/>
              <a:buChar char="▪"/>
              <a:defRPr/>
            </a:lvl5pPr>
            <a:lvl6pPr indent="-342900" lvl="5" marL="2743200" algn="l">
              <a:lnSpc>
                <a:spcPct val="100000"/>
              </a:lnSpc>
              <a:spcBef>
                <a:spcPts val="360"/>
              </a:spcBef>
              <a:spcAft>
                <a:spcPts val="0"/>
              </a:spcAft>
              <a:buClr>
                <a:srgbClr val="000000"/>
              </a:buClr>
              <a:buSzPts val="1800"/>
              <a:buChar char="▪"/>
              <a:defRPr/>
            </a:lvl6pPr>
            <a:lvl7pPr indent="-342900" lvl="6" marL="3200400" algn="l">
              <a:lnSpc>
                <a:spcPct val="100000"/>
              </a:lnSpc>
              <a:spcBef>
                <a:spcPts val="360"/>
              </a:spcBef>
              <a:spcAft>
                <a:spcPts val="0"/>
              </a:spcAft>
              <a:buClr>
                <a:srgbClr val="000000"/>
              </a:buClr>
              <a:buSzPts val="1800"/>
              <a:buChar char="▪"/>
              <a:defRPr/>
            </a:lvl7pPr>
            <a:lvl8pPr indent="-342900" lvl="7" marL="3657600" algn="l">
              <a:lnSpc>
                <a:spcPct val="100000"/>
              </a:lnSpc>
              <a:spcBef>
                <a:spcPts val="360"/>
              </a:spcBef>
              <a:spcAft>
                <a:spcPts val="0"/>
              </a:spcAft>
              <a:buClr>
                <a:srgbClr val="000000"/>
              </a:buClr>
              <a:buSzPts val="1800"/>
              <a:buChar char="▪"/>
              <a:defRPr/>
            </a:lvl8pPr>
            <a:lvl9pPr indent="-342900" lvl="8" marL="4114800" algn="l">
              <a:lnSpc>
                <a:spcPct val="100000"/>
              </a:lnSpc>
              <a:spcBef>
                <a:spcPts val="360"/>
              </a:spcBef>
              <a:spcAft>
                <a:spcPts val="0"/>
              </a:spcAft>
              <a:buClr>
                <a:srgbClr val="000000"/>
              </a:buClr>
              <a:buSzPts val="1800"/>
              <a:buChar char="▪"/>
              <a:defRPr/>
            </a:lvl9pPr>
          </a:lstStyle>
          <a:p/>
        </p:txBody>
      </p:sp>
      <p:sp>
        <p:nvSpPr>
          <p:cNvPr id="91" name="Google Shape;91;p35"/>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5"/>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5"/>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36"/>
          <p:cNvSpPr txBox="1"/>
          <p:nvPr>
            <p:ph type="title"/>
          </p:nvPr>
        </p:nvSpPr>
        <p:spPr>
          <a:xfrm rot="5400000">
            <a:off x="5336400" y="1447781"/>
            <a:ext cx="4643400"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 name="Google Shape;96;p36"/>
          <p:cNvSpPr txBox="1"/>
          <p:nvPr>
            <p:ph idx="1" type="body"/>
          </p:nvPr>
        </p:nvSpPr>
        <p:spPr>
          <a:xfrm rot="5400000">
            <a:off x="1145400" y="-533419"/>
            <a:ext cx="4643400"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000000"/>
              </a:buClr>
              <a:buSzPts val="1800"/>
              <a:buChar char="❖"/>
              <a:defRPr/>
            </a:lvl1pPr>
            <a:lvl2pPr indent="-285750" lvl="1" marL="914400" algn="l">
              <a:lnSpc>
                <a:spcPct val="100000"/>
              </a:lnSpc>
              <a:spcBef>
                <a:spcPts val="360"/>
              </a:spcBef>
              <a:spcAft>
                <a:spcPts val="0"/>
              </a:spcAft>
              <a:buSzPts val="900"/>
              <a:buChar char="?"/>
              <a:defRPr/>
            </a:lvl2pPr>
            <a:lvl3pPr indent="-342900" lvl="2" marL="1371600" algn="l">
              <a:lnSpc>
                <a:spcPct val="100000"/>
              </a:lnSpc>
              <a:spcBef>
                <a:spcPts val="360"/>
              </a:spcBef>
              <a:spcAft>
                <a:spcPts val="0"/>
              </a:spcAft>
              <a:buSzPts val="1800"/>
              <a:buChar char="▪"/>
              <a:defRPr/>
            </a:lvl3pPr>
            <a:lvl4pPr indent="-297180" lvl="3" marL="1828800" algn="l">
              <a:lnSpc>
                <a:spcPct val="100000"/>
              </a:lnSpc>
              <a:spcBef>
                <a:spcPts val="360"/>
              </a:spcBef>
              <a:spcAft>
                <a:spcPts val="0"/>
              </a:spcAft>
              <a:buSzPts val="1080"/>
              <a:buChar char="?"/>
              <a:defRPr/>
            </a:lvl4pPr>
            <a:lvl5pPr indent="-342900" lvl="4" marL="2286000" algn="l">
              <a:lnSpc>
                <a:spcPct val="100000"/>
              </a:lnSpc>
              <a:spcBef>
                <a:spcPts val="360"/>
              </a:spcBef>
              <a:spcAft>
                <a:spcPts val="0"/>
              </a:spcAft>
              <a:buClr>
                <a:srgbClr val="000000"/>
              </a:buClr>
              <a:buSzPts val="1800"/>
              <a:buChar char="▪"/>
              <a:defRPr/>
            </a:lvl5pPr>
            <a:lvl6pPr indent="-342900" lvl="5" marL="2743200" algn="l">
              <a:lnSpc>
                <a:spcPct val="100000"/>
              </a:lnSpc>
              <a:spcBef>
                <a:spcPts val="360"/>
              </a:spcBef>
              <a:spcAft>
                <a:spcPts val="0"/>
              </a:spcAft>
              <a:buClr>
                <a:srgbClr val="000000"/>
              </a:buClr>
              <a:buSzPts val="1800"/>
              <a:buChar char="▪"/>
              <a:defRPr/>
            </a:lvl6pPr>
            <a:lvl7pPr indent="-342900" lvl="6" marL="3200400" algn="l">
              <a:lnSpc>
                <a:spcPct val="100000"/>
              </a:lnSpc>
              <a:spcBef>
                <a:spcPts val="360"/>
              </a:spcBef>
              <a:spcAft>
                <a:spcPts val="0"/>
              </a:spcAft>
              <a:buClr>
                <a:srgbClr val="000000"/>
              </a:buClr>
              <a:buSzPts val="1800"/>
              <a:buChar char="▪"/>
              <a:defRPr/>
            </a:lvl7pPr>
            <a:lvl8pPr indent="-342900" lvl="7" marL="3657600" algn="l">
              <a:lnSpc>
                <a:spcPct val="100000"/>
              </a:lnSpc>
              <a:spcBef>
                <a:spcPts val="360"/>
              </a:spcBef>
              <a:spcAft>
                <a:spcPts val="0"/>
              </a:spcAft>
              <a:buClr>
                <a:srgbClr val="000000"/>
              </a:buClr>
              <a:buSzPts val="1800"/>
              <a:buChar char="▪"/>
              <a:defRPr/>
            </a:lvl8pPr>
            <a:lvl9pPr indent="-342900" lvl="8" marL="4114800" algn="l">
              <a:lnSpc>
                <a:spcPct val="100000"/>
              </a:lnSpc>
              <a:spcBef>
                <a:spcPts val="360"/>
              </a:spcBef>
              <a:spcAft>
                <a:spcPts val="0"/>
              </a:spcAft>
              <a:buClr>
                <a:srgbClr val="000000"/>
              </a:buClr>
              <a:buSzPts val="1800"/>
              <a:buChar char="▪"/>
              <a:defRPr/>
            </a:lvl9pPr>
          </a:lstStyle>
          <a:p/>
        </p:txBody>
      </p:sp>
      <p:sp>
        <p:nvSpPr>
          <p:cNvPr id="97" name="Google Shape;97;p36"/>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6"/>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6"/>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00" name="Shape 100"/>
        <p:cNvGrpSpPr/>
        <p:nvPr/>
      </p:nvGrpSpPr>
      <p:grpSpPr>
        <a:xfrm>
          <a:off x="0" y="0"/>
          <a:ext cx="0" cy="0"/>
          <a:chOff x="0" y="0"/>
          <a:chExt cx="0" cy="0"/>
        </a:xfrm>
      </p:grpSpPr>
      <p:sp>
        <p:nvSpPr>
          <p:cNvPr id="101" name="Google Shape;101;p37"/>
          <p:cNvSpPr txBox="1"/>
          <p:nvPr>
            <p:ph type="title"/>
          </p:nvPr>
        </p:nvSpPr>
        <p:spPr>
          <a:xfrm>
            <a:off x="1049338" y="141685"/>
            <a:ext cx="7910400" cy="376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2" name="Google Shape;102;p37"/>
          <p:cNvSpPr txBox="1"/>
          <p:nvPr>
            <p:ph idx="1" type="body"/>
          </p:nvPr>
        </p:nvSpPr>
        <p:spPr>
          <a:xfrm>
            <a:off x="184150" y="789385"/>
            <a:ext cx="4311600" cy="39969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000000"/>
              </a:buClr>
              <a:buSzPts val="1800"/>
              <a:buChar char="❖"/>
              <a:defRPr/>
            </a:lvl1pPr>
            <a:lvl2pPr indent="-285750" lvl="1" marL="914400" algn="l">
              <a:lnSpc>
                <a:spcPct val="100000"/>
              </a:lnSpc>
              <a:spcBef>
                <a:spcPts val="360"/>
              </a:spcBef>
              <a:spcAft>
                <a:spcPts val="0"/>
              </a:spcAft>
              <a:buSzPts val="900"/>
              <a:buChar char="?"/>
              <a:defRPr/>
            </a:lvl2pPr>
            <a:lvl3pPr indent="-342900" lvl="2" marL="1371600" algn="l">
              <a:lnSpc>
                <a:spcPct val="100000"/>
              </a:lnSpc>
              <a:spcBef>
                <a:spcPts val="360"/>
              </a:spcBef>
              <a:spcAft>
                <a:spcPts val="0"/>
              </a:spcAft>
              <a:buSzPts val="1800"/>
              <a:buChar char="▪"/>
              <a:defRPr/>
            </a:lvl3pPr>
            <a:lvl4pPr indent="-297180" lvl="3" marL="1828800" algn="l">
              <a:lnSpc>
                <a:spcPct val="100000"/>
              </a:lnSpc>
              <a:spcBef>
                <a:spcPts val="360"/>
              </a:spcBef>
              <a:spcAft>
                <a:spcPts val="0"/>
              </a:spcAft>
              <a:buSzPts val="1080"/>
              <a:buChar char="?"/>
              <a:defRPr/>
            </a:lvl4pPr>
            <a:lvl5pPr indent="-342900" lvl="4" marL="2286000" algn="l">
              <a:lnSpc>
                <a:spcPct val="100000"/>
              </a:lnSpc>
              <a:spcBef>
                <a:spcPts val="360"/>
              </a:spcBef>
              <a:spcAft>
                <a:spcPts val="0"/>
              </a:spcAft>
              <a:buClr>
                <a:srgbClr val="000000"/>
              </a:buClr>
              <a:buSzPts val="1800"/>
              <a:buChar char="▪"/>
              <a:defRPr/>
            </a:lvl5pPr>
            <a:lvl6pPr indent="-342900" lvl="5" marL="2743200" algn="l">
              <a:lnSpc>
                <a:spcPct val="100000"/>
              </a:lnSpc>
              <a:spcBef>
                <a:spcPts val="360"/>
              </a:spcBef>
              <a:spcAft>
                <a:spcPts val="0"/>
              </a:spcAft>
              <a:buClr>
                <a:srgbClr val="000000"/>
              </a:buClr>
              <a:buSzPts val="1800"/>
              <a:buChar char="▪"/>
              <a:defRPr/>
            </a:lvl6pPr>
            <a:lvl7pPr indent="-342900" lvl="6" marL="3200400" algn="l">
              <a:lnSpc>
                <a:spcPct val="100000"/>
              </a:lnSpc>
              <a:spcBef>
                <a:spcPts val="360"/>
              </a:spcBef>
              <a:spcAft>
                <a:spcPts val="0"/>
              </a:spcAft>
              <a:buClr>
                <a:srgbClr val="000000"/>
              </a:buClr>
              <a:buSzPts val="1800"/>
              <a:buChar char="▪"/>
              <a:defRPr/>
            </a:lvl7pPr>
            <a:lvl8pPr indent="-342900" lvl="7" marL="3657600" algn="l">
              <a:lnSpc>
                <a:spcPct val="100000"/>
              </a:lnSpc>
              <a:spcBef>
                <a:spcPts val="360"/>
              </a:spcBef>
              <a:spcAft>
                <a:spcPts val="0"/>
              </a:spcAft>
              <a:buClr>
                <a:srgbClr val="000000"/>
              </a:buClr>
              <a:buSzPts val="1800"/>
              <a:buChar char="▪"/>
              <a:defRPr/>
            </a:lvl8pPr>
            <a:lvl9pPr indent="-342900" lvl="8" marL="4114800" algn="l">
              <a:lnSpc>
                <a:spcPct val="100000"/>
              </a:lnSpc>
              <a:spcBef>
                <a:spcPts val="360"/>
              </a:spcBef>
              <a:spcAft>
                <a:spcPts val="0"/>
              </a:spcAft>
              <a:buClr>
                <a:srgbClr val="000000"/>
              </a:buClr>
              <a:buSzPts val="1800"/>
              <a:buChar char="▪"/>
              <a:defRPr/>
            </a:lvl9pPr>
          </a:lstStyle>
          <a:p/>
        </p:txBody>
      </p:sp>
      <p:sp>
        <p:nvSpPr>
          <p:cNvPr id="103" name="Google Shape;103;p37"/>
          <p:cNvSpPr txBox="1"/>
          <p:nvPr>
            <p:ph idx="2" type="body"/>
          </p:nvPr>
        </p:nvSpPr>
        <p:spPr>
          <a:xfrm>
            <a:off x="4648200" y="789385"/>
            <a:ext cx="4311600" cy="39969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000000"/>
              </a:buClr>
              <a:buSzPts val="1800"/>
              <a:buChar char="❖"/>
              <a:defRPr/>
            </a:lvl1pPr>
            <a:lvl2pPr indent="-285750" lvl="1" marL="914400" algn="l">
              <a:lnSpc>
                <a:spcPct val="100000"/>
              </a:lnSpc>
              <a:spcBef>
                <a:spcPts val="360"/>
              </a:spcBef>
              <a:spcAft>
                <a:spcPts val="0"/>
              </a:spcAft>
              <a:buSzPts val="900"/>
              <a:buChar char="?"/>
              <a:defRPr/>
            </a:lvl2pPr>
            <a:lvl3pPr indent="-342900" lvl="2" marL="1371600" algn="l">
              <a:lnSpc>
                <a:spcPct val="100000"/>
              </a:lnSpc>
              <a:spcBef>
                <a:spcPts val="360"/>
              </a:spcBef>
              <a:spcAft>
                <a:spcPts val="0"/>
              </a:spcAft>
              <a:buSzPts val="1800"/>
              <a:buChar char="▪"/>
              <a:defRPr/>
            </a:lvl3pPr>
            <a:lvl4pPr indent="-297180" lvl="3" marL="1828800" algn="l">
              <a:lnSpc>
                <a:spcPct val="100000"/>
              </a:lnSpc>
              <a:spcBef>
                <a:spcPts val="360"/>
              </a:spcBef>
              <a:spcAft>
                <a:spcPts val="0"/>
              </a:spcAft>
              <a:buSzPts val="1080"/>
              <a:buChar char="?"/>
              <a:defRPr/>
            </a:lvl4pPr>
            <a:lvl5pPr indent="-342900" lvl="4" marL="2286000" algn="l">
              <a:lnSpc>
                <a:spcPct val="100000"/>
              </a:lnSpc>
              <a:spcBef>
                <a:spcPts val="360"/>
              </a:spcBef>
              <a:spcAft>
                <a:spcPts val="0"/>
              </a:spcAft>
              <a:buClr>
                <a:srgbClr val="000000"/>
              </a:buClr>
              <a:buSzPts val="1800"/>
              <a:buChar char="▪"/>
              <a:defRPr/>
            </a:lvl5pPr>
            <a:lvl6pPr indent="-342900" lvl="5" marL="2743200" algn="l">
              <a:lnSpc>
                <a:spcPct val="100000"/>
              </a:lnSpc>
              <a:spcBef>
                <a:spcPts val="360"/>
              </a:spcBef>
              <a:spcAft>
                <a:spcPts val="0"/>
              </a:spcAft>
              <a:buClr>
                <a:srgbClr val="000000"/>
              </a:buClr>
              <a:buSzPts val="1800"/>
              <a:buChar char="▪"/>
              <a:defRPr/>
            </a:lvl6pPr>
            <a:lvl7pPr indent="-342900" lvl="6" marL="3200400" algn="l">
              <a:lnSpc>
                <a:spcPct val="100000"/>
              </a:lnSpc>
              <a:spcBef>
                <a:spcPts val="360"/>
              </a:spcBef>
              <a:spcAft>
                <a:spcPts val="0"/>
              </a:spcAft>
              <a:buClr>
                <a:srgbClr val="000000"/>
              </a:buClr>
              <a:buSzPts val="1800"/>
              <a:buChar char="▪"/>
              <a:defRPr/>
            </a:lvl7pPr>
            <a:lvl8pPr indent="-342900" lvl="7" marL="3657600" algn="l">
              <a:lnSpc>
                <a:spcPct val="100000"/>
              </a:lnSpc>
              <a:spcBef>
                <a:spcPts val="360"/>
              </a:spcBef>
              <a:spcAft>
                <a:spcPts val="0"/>
              </a:spcAft>
              <a:buClr>
                <a:srgbClr val="000000"/>
              </a:buClr>
              <a:buSzPts val="1800"/>
              <a:buChar char="▪"/>
              <a:defRPr/>
            </a:lvl8pPr>
            <a:lvl9pPr indent="-342900" lvl="8" marL="4114800" algn="l">
              <a:lnSpc>
                <a:spcPct val="100000"/>
              </a:lnSpc>
              <a:spcBef>
                <a:spcPts val="360"/>
              </a:spcBef>
              <a:spcAft>
                <a:spcPts val="0"/>
              </a:spcAft>
              <a:buClr>
                <a:srgbClr val="000000"/>
              </a:buClr>
              <a:buSzPts val="1800"/>
              <a:buChar char="▪"/>
              <a:defRPr/>
            </a:lvl9pPr>
          </a:lstStyle>
          <a:p/>
        </p:txBody>
      </p:sp>
      <p:sp>
        <p:nvSpPr>
          <p:cNvPr id="104" name="Google Shape;104;p37"/>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7"/>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37"/>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lin ang="5400000" scaled="0"/>
        </a:gradFill>
      </p:bgPr>
    </p:bg>
    <p:spTree>
      <p:nvGrpSpPr>
        <p:cNvPr id="9" name="Shape 9"/>
        <p:cNvGrpSpPr/>
        <p:nvPr/>
      </p:nvGrpSpPr>
      <p:grpSpPr>
        <a:xfrm>
          <a:off x="0" y="0"/>
          <a:ext cx="0" cy="0"/>
          <a:chOff x="0" y="0"/>
          <a:chExt cx="0" cy="0"/>
        </a:xfrm>
      </p:grpSpPr>
      <p:sp>
        <p:nvSpPr>
          <p:cNvPr id="10" name="Google Shape;10;p25"/>
          <p:cNvSpPr/>
          <p:nvPr/>
        </p:nvSpPr>
        <p:spPr>
          <a:xfrm>
            <a:off x="0" y="7144"/>
            <a:ext cx="9144000" cy="7716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 name="Google Shape;11;p25"/>
          <p:cNvSpPr/>
          <p:nvPr/>
        </p:nvSpPr>
        <p:spPr>
          <a:xfrm>
            <a:off x="1447800" y="0"/>
            <a:ext cx="7696200" cy="6597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 name="Google Shape;12;p25"/>
          <p:cNvSpPr/>
          <p:nvPr/>
        </p:nvSpPr>
        <p:spPr>
          <a:xfrm>
            <a:off x="0" y="119063"/>
            <a:ext cx="9144000" cy="452400"/>
          </a:xfrm>
          <a:prstGeom prst="rect">
            <a:avLst/>
          </a:prstGeom>
          <a:gradFill>
            <a:gsLst>
              <a:gs pos="0">
                <a:srgbClr val="224894"/>
              </a:gs>
              <a:gs pos="100000">
                <a:schemeClr val="accent1"/>
              </a:gs>
            </a:gsLst>
            <a:lin ang="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 name="Google Shape;13;p25"/>
          <p:cNvSpPr/>
          <p:nvPr/>
        </p:nvSpPr>
        <p:spPr>
          <a:xfrm>
            <a:off x="0" y="857250"/>
            <a:ext cx="228600" cy="4286400"/>
          </a:xfrm>
          <a:prstGeom prst="rect">
            <a:avLst/>
          </a:prstGeom>
          <a:gradFill>
            <a:gsLst>
              <a:gs pos="0">
                <a:schemeClr val="hlink"/>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 name="Google Shape;14;p25"/>
          <p:cNvSpPr/>
          <p:nvPr/>
        </p:nvSpPr>
        <p:spPr>
          <a:xfrm>
            <a:off x="8686800" y="0"/>
            <a:ext cx="76200" cy="457200"/>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25"/>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rgbClr val="000000"/>
              </a:buClr>
              <a:buSzPts val="2400"/>
              <a:buFont typeface="Noto Sans Symbols"/>
              <a:buChar char="❖"/>
              <a:defRPr b="0" i="0" sz="2400" u="none" cap="none" strike="noStrike">
                <a:solidFill>
                  <a:srgbClr val="000000"/>
                </a:solidFill>
                <a:latin typeface="Arial"/>
                <a:ea typeface="Arial"/>
                <a:cs typeface="Arial"/>
                <a:sym typeface="Arial"/>
              </a:defRPr>
            </a:lvl1pPr>
            <a:lvl2pPr indent="-304800" lvl="1" marL="914400" marR="0" rtl="0" algn="l">
              <a:lnSpc>
                <a:spcPct val="100000"/>
              </a:lnSpc>
              <a:spcBef>
                <a:spcPts val="480"/>
              </a:spcBef>
              <a:spcAft>
                <a:spcPts val="0"/>
              </a:spcAft>
              <a:buClr>
                <a:schemeClr val="accent1"/>
              </a:buClr>
              <a:buSzPts val="1200"/>
              <a:buFont typeface="Noto Sans Symbols"/>
              <a:buChar char="🞇"/>
              <a:defRPr b="0" i="0" sz="2400" u="none" cap="none" strike="noStrike">
                <a:solidFill>
                  <a:srgbClr val="000000"/>
                </a:solidFill>
                <a:latin typeface="Arial"/>
                <a:ea typeface="Arial"/>
                <a:cs typeface="Arial"/>
                <a:sym typeface="Arial"/>
              </a:defRPr>
            </a:lvl2pPr>
            <a:lvl3pPr indent="-355600" lvl="2" marL="1371600" marR="0" rtl="0" algn="l">
              <a:lnSpc>
                <a:spcPct val="100000"/>
              </a:lnSpc>
              <a:spcBef>
                <a:spcPts val="400"/>
              </a:spcBef>
              <a:spcAft>
                <a:spcPts val="0"/>
              </a:spcAft>
              <a:buClr>
                <a:schemeClr val="hlink"/>
              </a:buClr>
              <a:buSzPts val="2000"/>
              <a:buFont typeface="Noto Sans Symbols"/>
              <a:buChar char="▪"/>
              <a:defRPr b="0" i="0" sz="2000" u="none" cap="none" strike="noStrike">
                <a:solidFill>
                  <a:srgbClr val="000000"/>
                </a:solidFill>
                <a:latin typeface="Arial"/>
                <a:ea typeface="Arial"/>
                <a:cs typeface="Arial"/>
                <a:sym typeface="Arial"/>
              </a:defRPr>
            </a:lvl3pPr>
            <a:lvl4pPr indent="-297180" lvl="3" marL="1828800" marR="0" rtl="0" algn="l">
              <a:lnSpc>
                <a:spcPct val="100000"/>
              </a:lnSpc>
              <a:spcBef>
                <a:spcPts val="360"/>
              </a:spcBef>
              <a:spcAft>
                <a:spcPts val="0"/>
              </a:spcAft>
              <a:buClr>
                <a:schemeClr val="folHlink"/>
              </a:buClr>
              <a:buSzPts val="1080"/>
              <a:buFont typeface="Noto Sans Symbols"/>
              <a:buChar char="🞇"/>
              <a:defRPr b="0" i="0" sz="1800" u="none" cap="none" strike="noStrike">
                <a:solidFill>
                  <a:srgbClr val="000000"/>
                </a:solidFill>
                <a:latin typeface="Arial"/>
                <a:ea typeface="Arial"/>
                <a:cs typeface="Arial"/>
                <a:sym typeface="Arial"/>
              </a:defRPr>
            </a:lvl4pPr>
            <a:lvl5pPr indent="-342900" lvl="4" marL="2286000" marR="0" rtl="0" algn="l">
              <a:lnSpc>
                <a:spcPct val="100000"/>
              </a:lnSpc>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5pPr>
            <a:lvl6pPr indent="-342900" lvl="5" marL="2743200" marR="0" rtl="0" algn="l">
              <a:lnSpc>
                <a:spcPct val="100000"/>
              </a:lnSpc>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6pPr>
            <a:lvl7pPr indent="-342900" lvl="6" marL="3200400" marR="0" rtl="0" algn="l">
              <a:lnSpc>
                <a:spcPct val="100000"/>
              </a:lnSpc>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7pPr>
            <a:lvl8pPr indent="-342900" lvl="7" marL="3657600" marR="0" rtl="0" algn="l">
              <a:lnSpc>
                <a:spcPct val="100000"/>
              </a:lnSpc>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8pPr>
            <a:lvl9pPr indent="-342900" lvl="8" marL="4114800" marR="0" rtl="0" algn="l">
              <a:lnSpc>
                <a:spcPct val="100000"/>
              </a:lnSpc>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9pPr>
          </a:lstStyle>
          <a:p/>
        </p:txBody>
      </p:sp>
      <p:sp>
        <p:nvSpPr>
          <p:cNvPr id="16" name="Google Shape;16;p25"/>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7" name="Google Shape;17;p25"/>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8" name="Google Shape;18;p25"/>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25"/>
          <p:cNvSpPr/>
          <p:nvPr/>
        </p:nvSpPr>
        <p:spPr>
          <a:xfrm>
            <a:off x="0" y="0"/>
            <a:ext cx="1447800" cy="8001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20" name="Google Shape;20;p25"/>
          <p:cNvPicPr preferRelativeResize="0"/>
          <p:nvPr/>
        </p:nvPicPr>
        <p:blipFill rotWithShape="1">
          <a:blip r:embed="rId1">
            <a:alphaModFix/>
          </a:blip>
          <a:srcRect b="0" l="0" r="0" t="0"/>
          <a:stretch/>
        </p:blipFill>
        <p:spPr>
          <a:xfrm>
            <a:off x="0" y="0"/>
            <a:ext cx="1243013" cy="778669"/>
          </a:xfrm>
          <a:prstGeom prst="rect">
            <a:avLst/>
          </a:prstGeom>
          <a:noFill/>
          <a:ln>
            <a:noFill/>
          </a:ln>
        </p:spPr>
      </p:pic>
      <p:sp>
        <p:nvSpPr>
          <p:cNvPr id="21" name="Google Shape;21;p25"/>
          <p:cNvSpPr/>
          <p:nvPr/>
        </p:nvSpPr>
        <p:spPr>
          <a:xfrm>
            <a:off x="0" y="776288"/>
            <a:ext cx="1447800" cy="17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 name="Google Shape;22;p25"/>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2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3200" u="none" cap="none" strike="noStrike">
                <a:solidFill>
                  <a:schemeClr val="lt1"/>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3200" u="none" cap="none" strike="noStrike">
                <a:solidFill>
                  <a:schemeClr val="lt1"/>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3200" u="none" cap="none" strike="noStrike">
                <a:solidFill>
                  <a:schemeClr val="lt1"/>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3200" u="none" cap="none" strike="noStrike">
                <a:solidFill>
                  <a:schemeClr val="lt1"/>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3200" u="none" cap="none" strike="noStrike">
                <a:solidFill>
                  <a:schemeClr val="lt1"/>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3200" u="none" cap="none" strike="noStrike">
                <a:solidFill>
                  <a:schemeClr val="lt1"/>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3200" u="none" cap="none" strike="noStrike">
                <a:solidFill>
                  <a:schemeClr val="lt1"/>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3200" u="none" cap="none" strike="noStrike">
                <a:solidFill>
                  <a:schemeClr val="lt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
                                        </p:tgtEl>
                                        <p:attrNameLst>
                                          <p:attrName>style.visibility</p:attrName>
                                        </p:attrNameLst>
                                      </p:cBhvr>
                                      <p:to>
                                        <p:strVal val="visible"/>
                                      </p:to>
                                    </p:set>
                                    <p:animEffect filter="fade" transition="in">
                                      <p:cBhvr>
                                        <p:cTn dur="500"/>
                                        <p:tgtEl>
                                          <p:spTgt spid="1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
                                        </p:tgtEl>
                                        <p:attrNameLst>
                                          <p:attrName>style.visibility</p:attrName>
                                        </p:attrNameLst>
                                      </p:cBhvr>
                                      <p:to>
                                        <p:strVal val="visible"/>
                                      </p:to>
                                    </p:set>
                                    <p:animEffect filter="fade" transition="in">
                                      <p:cBhvr>
                                        <p:cTn dur="500"/>
                                        <p:tgtEl>
                                          <p:spTgt spid="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drive.google.com/file/d/1TiBRciLgoaSxewpYwNgo2rTQ6G6yZ5OY/view?usp=sharing" TargetMode="External"/><Relationship Id="rId4" Type="http://schemas.openxmlformats.org/officeDocument/2006/relationships/hyperlink" Target="https://www.mongodb.com/docs/manual/tutorial/model-embedded-many-to-many-relationships-between-documents/" TargetMode="External"/><Relationship Id="rId5" Type="http://schemas.openxmlformats.org/officeDocument/2006/relationships/hyperlink" Target="https://www.geeksforgeeks.org/difference-between-sql-and-nosq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
          <p:cNvSpPr txBox="1"/>
          <p:nvPr>
            <p:ph type="ctrTitle"/>
          </p:nvPr>
        </p:nvSpPr>
        <p:spPr>
          <a:xfrm>
            <a:off x="457200" y="1943100"/>
            <a:ext cx="8229600" cy="51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Using Relational Database?</a:t>
            </a:r>
            <a:endParaRPr/>
          </a:p>
        </p:txBody>
      </p:sp>
      <p:sp>
        <p:nvSpPr>
          <p:cNvPr id="112" name="Google Shape;112;p2"/>
          <p:cNvSpPr txBox="1"/>
          <p:nvPr>
            <p:ph idx="1" type="subTitle"/>
          </p:nvPr>
        </p:nvSpPr>
        <p:spPr>
          <a:xfrm>
            <a:off x="1828800" y="2800350"/>
            <a:ext cx="5867400" cy="342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2400"/>
              <a:buFont typeface="Noto Sans Symbols"/>
              <a:buNone/>
            </a:pPr>
            <a:r>
              <a:t/>
            </a:r>
            <a:endParaRPr/>
          </a:p>
        </p:txBody>
      </p:sp>
      <p:sp>
        <p:nvSpPr>
          <p:cNvPr id="113" name="Google Shape;113;p2"/>
          <p:cNvSpPr txBox="1"/>
          <p:nvPr>
            <p:ph idx="12" type="sldNum"/>
          </p:nvPr>
        </p:nvSpPr>
        <p:spPr>
          <a:xfrm>
            <a:off x="6553200" y="4902994"/>
            <a:ext cx="2133600" cy="2406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sz="1400">
                <a:solidFill>
                  <a:srgbClr val="0070C0"/>
                </a:solidFill>
                <a:latin typeface="Arial"/>
                <a:ea typeface="Arial"/>
                <a:cs typeface="Arial"/>
                <a:sym typeface="Arial"/>
              </a:rPr>
              <a:t>‹#›</a:t>
            </a:fld>
            <a:endParaRPr sz="1400">
              <a:solidFill>
                <a:srgbClr val="0070C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400"/>
              <a:buNone/>
            </a:pPr>
            <a:fld id="{00000000-1234-1234-1234-123412341234}" type="slidenum">
              <a:rPr lang="en-US" sz="1400">
                <a:solidFill>
                  <a:schemeClr val="accent1"/>
                </a:solidFill>
                <a:latin typeface="Arial"/>
                <a:ea typeface="Arial"/>
                <a:cs typeface="Arial"/>
                <a:sym typeface="Arial"/>
              </a:rPr>
              <a:t>‹#›</a:t>
            </a:fld>
            <a:endParaRPr sz="1400">
              <a:solidFill>
                <a:schemeClr val="accent1"/>
              </a:solidFill>
              <a:latin typeface="Arial"/>
              <a:ea typeface="Arial"/>
              <a:cs typeface="Arial"/>
              <a:sym typeface="Arial"/>
            </a:endParaRPr>
          </a:p>
        </p:txBody>
      </p:sp>
      <p:sp>
        <p:nvSpPr>
          <p:cNvPr id="119" name="Google Shape;119;p3"/>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Content</a:t>
            </a:r>
            <a:endParaRPr/>
          </a:p>
        </p:txBody>
      </p:sp>
      <p:sp>
        <p:nvSpPr>
          <p:cNvPr id="120" name="Google Shape;120;p3"/>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1F2328"/>
              </a:buClr>
              <a:buSzPts val="2400"/>
              <a:buChar char="❖"/>
            </a:pPr>
            <a:r>
              <a:rPr lang="en-US">
                <a:solidFill>
                  <a:srgbClr val="1F2328"/>
                </a:solidFill>
              </a:rPr>
              <a:t>Database Design Best Practices</a:t>
            </a:r>
            <a:endParaRPr>
              <a:solidFill>
                <a:srgbClr val="1F2328"/>
              </a:solidFill>
            </a:endParaRPr>
          </a:p>
          <a:p>
            <a:pPr indent="-304800" lvl="0" marL="342900" rtl="0" algn="l">
              <a:lnSpc>
                <a:spcPct val="100000"/>
              </a:lnSpc>
              <a:spcBef>
                <a:spcPts val="0"/>
              </a:spcBef>
              <a:spcAft>
                <a:spcPts val="0"/>
              </a:spcAft>
              <a:buClr>
                <a:srgbClr val="1F2328"/>
              </a:buClr>
              <a:buSzPts val="1800"/>
              <a:buChar char="❖"/>
            </a:pPr>
            <a:r>
              <a:rPr lang="en-US">
                <a:solidFill>
                  <a:srgbClr val="1F2328"/>
                </a:solidFill>
              </a:rPr>
              <a:t>NoSQL</a:t>
            </a:r>
            <a:endParaRPr>
              <a:solidFill>
                <a:srgbClr val="1F232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3c87b90525_0_60"/>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127" name="Google Shape;127;g33c87b90525_0_60"/>
          <p:cNvSpPr txBox="1"/>
          <p:nvPr>
            <p:ph idx="1" type="body"/>
          </p:nvPr>
        </p:nvSpPr>
        <p:spPr>
          <a:xfrm>
            <a:off x="457200" y="1028700"/>
            <a:ext cx="82296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#1: Avoid Redundancy</a:t>
            </a:r>
            <a:endParaRPr sz="1900">
              <a:latin typeface="Roboto"/>
              <a:ea typeface="Roboto"/>
              <a:cs typeface="Roboto"/>
              <a:sym typeface="Roboto"/>
            </a:endParaRPr>
          </a:p>
          <a:p>
            <a:pPr indent="0" lvl="0" marL="457200" rtl="0" algn="l">
              <a:spcBef>
                <a:spcPts val="2300"/>
              </a:spcBef>
              <a:spcAft>
                <a:spcPts val="0"/>
              </a:spcAft>
              <a:buNone/>
            </a:pPr>
            <a:r>
              <a:t/>
            </a:r>
            <a:endParaRPr/>
          </a:p>
        </p:txBody>
      </p:sp>
      <p:sp>
        <p:nvSpPr>
          <p:cNvPr id="128" name="Google Shape;128;g33c87b90525_0_60"/>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400"/>
              <a:buFont typeface="Arial"/>
              <a:buNone/>
            </a:pPr>
            <a:fld id="{00000000-1234-1234-1234-123412341234}" type="slidenum">
              <a:rPr lang="en-US"/>
              <a:t>‹#›</a:t>
            </a:fld>
            <a:endParaRPr/>
          </a:p>
        </p:txBody>
      </p:sp>
      <p:pic>
        <p:nvPicPr>
          <p:cNvPr id="129" name="Google Shape;129;g33c87b90525_0_60"/>
          <p:cNvPicPr preferRelativeResize="0"/>
          <p:nvPr/>
        </p:nvPicPr>
        <p:blipFill>
          <a:blip r:embed="rId3">
            <a:alphaModFix/>
          </a:blip>
          <a:stretch>
            <a:fillRect/>
          </a:stretch>
        </p:blipFill>
        <p:spPr>
          <a:xfrm>
            <a:off x="1900238" y="1528763"/>
            <a:ext cx="5343525" cy="2085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3c87b90525_0_70"/>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136" name="Google Shape;136;g33c87b90525_0_70"/>
          <p:cNvSpPr txBox="1"/>
          <p:nvPr>
            <p:ph idx="1" type="body"/>
          </p:nvPr>
        </p:nvSpPr>
        <p:spPr>
          <a:xfrm>
            <a:off x="457200" y="1028700"/>
            <a:ext cx="82296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#1: Avoid Redundancy</a:t>
            </a:r>
            <a:endParaRPr sz="1900">
              <a:latin typeface="Roboto"/>
              <a:ea typeface="Roboto"/>
              <a:cs typeface="Roboto"/>
              <a:sym typeface="Roboto"/>
            </a:endParaRPr>
          </a:p>
          <a:p>
            <a:pPr indent="-349250" lvl="1" marL="914400" rtl="0" algn="l">
              <a:lnSpc>
                <a:spcPct val="120000"/>
              </a:lnSpc>
              <a:spcBef>
                <a:spcPts val="0"/>
              </a:spcBef>
              <a:spcAft>
                <a:spcPts val="0"/>
              </a:spcAft>
              <a:buSzPts val="1900"/>
              <a:buFont typeface="Roboto"/>
              <a:buChar char="○"/>
            </a:pPr>
            <a:r>
              <a:rPr lang="en-US" sz="1350">
                <a:solidFill>
                  <a:srgbClr val="666666"/>
                </a:solidFill>
                <a:latin typeface="Roboto"/>
                <a:ea typeface="Roboto"/>
                <a:cs typeface="Roboto"/>
                <a:sym typeface="Roboto"/>
              </a:rPr>
              <a:t>An exception to the principle of non-redundancy occurs in dimensional schemas, which are used for analytical processing and data warehousing.</a:t>
            </a:r>
            <a:endParaRPr sz="1900">
              <a:latin typeface="Roboto"/>
              <a:ea typeface="Roboto"/>
              <a:cs typeface="Roboto"/>
              <a:sym typeface="Roboto"/>
            </a:endParaRPr>
          </a:p>
          <a:p>
            <a:pPr indent="0" lvl="0" marL="457200" rtl="0" algn="l">
              <a:lnSpc>
                <a:spcPct val="120000"/>
              </a:lnSpc>
              <a:spcBef>
                <a:spcPts val="4500"/>
              </a:spcBef>
              <a:spcAft>
                <a:spcPts val="0"/>
              </a:spcAft>
              <a:buNone/>
            </a:pPr>
            <a:r>
              <a:t/>
            </a:r>
            <a:endParaRPr sz="1900">
              <a:latin typeface="Roboto"/>
              <a:ea typeface="Roboto"/>
              <a:cs typeface="Roboto"/>
              <a:sym typeface="Roboto"/>
            </a:endParaRPr>
          </a:p>
          <a:p>
            <a:pPr indent="0" lvl="0" marL="457200" rtl="0" algn="l">
              <a:spcBef>
                <a:spcPts val="2300"/>
              </a:spcBef>
              <a:spcAft>
                <a:spcPts val="0"/>
              </a:spcAft>
              <a:buNone/>
            </a:pPr>
            <a:r>
              <a:t/>
            </a:r>
            <a:endParaRPr/>
          </a:p>
        </p:txBody>
      </p:sp>
      <p:sp>
        <p:nvSpPr>
          <p:cNvPr id="137" name="Google Shape;137;g33c87b90525_0_70"/>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8" name="Google Shape;138;g33c87b90525_0_70"/>
          <p:cNvPicPr preferRelativeResize="0"/>
          <p:nvPr/>
        </p:nvPicPr>
        <p:blipFill>
          <a:blip r:embed="rId3">
            <a:alphaModFix/>
          </a:blip>
          <a:stretch>
            <a:fillRect/>
          </a:stretch>
        </p:blipFill>
        <p:spPr>
          <a:xfrm>
            <a:off x="1940335" y="2089925"/>
            <a:ext cx="5872926" cy="3312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3c87b90525_0_90"/>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145" name="Google Shape;145;g33c87b90525_0_90"/>
          <p:cNvSpPr txBox="1"/>
          <p:nvPr>
            <p:ph idx="1" type="body"/>
          </p:nvPr>
        </p:nvSpPr>
        <p:spPr>
          <a:xfrm>
            <a:off x="457200" y="1028700"/>
            <a:ext cx="82296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#2: Primary Keys and Unique Identifiers</a:t>
            </a:r>
            <a:endParaRPr sz="1900">
              <a:latin typeface="Roboto"/>
              <a:ea typeface="Roboto"/>
              <a:cs typeface="Roboto"/>
              <a:sym typeface="Roboto"/>
            </a:endParaRPr>
          </a:p>
          <a:p>
            <a:pPr indent="-349250" lvl="1" marL="914400" rtl="0" algn="l">
              <a:lnSpc>
                <a:spcPct val="120000"/>
              </a:lnSpc>
              <a:spcBef>
                <a:spcPts val="0"/>
              </a:spcBef>
              <a:spcAft>
                <a:spcPts val="0"/>
              </a:spcAft>
              <a:buSzPts val="1900"/>
              <a:buFont typeface="Roboto"/>
              <a:buChar char="○"/>
            </a:pPr>
            <a:r>
              <a:rPr lang="en-US" sz="1350">
                <a:solidFill>
                  <a:srgbClr val="666666"/>
                </a:solidFill>
                <a:latin typeface="Roboto"/>
                <a:ea typeface="Roboto"/>
                <a:cs typeface="Roboto"/>
                <a:sym typeface="Roboto"/>
              </a:rPr>
              <a:t>Uniqueness</a:t>
            </a:r>
            <a:endParaRPr sz="1350">
              <a:solidFill>
                <a:srgbClr val="666666"/>
              </a:solidFill>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Stability</a:t>
            </a:r>
            <a:endParaRPr sz="1350">
              <a:solidFill>
                <a:srgbClr val="666666"/>
              </a:solidFill>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Irreducibility</a:t>
            </a:r>
            <a:endParaRPr sz="1350">
              <a:solidFill>
                <a:srgbClr val="666666"/>
              </a:solidFill>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Simplicity</a:t>
            </a:r>
            <a:endParaRPr sz="1350">
              <a:solidFill>
                <a:srgbClr val="666666"/>
              </a:solidFill>
              <a:latin typeface="Roboto"/>
              <a:ea typeface="Roboto"/>
              <a:cs typeface="Roboto"/>
              <a:sym typeface="Roboto"/>
            </a:endParaRPr>
          </a:p>
          <a:p>
            <a:pPr indent="-314325" lvl="0" marL="4572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Data type ?</a:t>
            </a:r>
            <a:endParaRPr sz="1350">
              <a:solidFill>
                <a:srgbClr val="666666"/>
              </a:solidFill>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Numeric (integer)</a:t>
            </a:r>
            <a:endParaRPr sz="1350">
              <a:solidFill>
                <a:srgbClr val="666666"/>
              </a:solidFill>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UUID/GUID</a:t>
            </a:r>
            <a:endParaRPr sz="1350">
              <a:solidFill>
                <a:srgbClr val="666666"/>
              </a:solidFill>
              <a:latin typeface="Roboto"/>
              <a:ea typeface="Roboto"/>
              <a:cs typeface="Roboto"/>
              <a:sym typeface="Roboto"/>
            </a:endParaRPr>
          </a:p>
          <a:p>
            <a:pPr indent="0" lvl="0" marL="914400" rtl="0" algn="l">
              <a:lnSpc>
                <a:spcPct val="120000"/>
              </a:lnSpc>
              <a:spcBef>
                <a:spcPts val="4500"/>
              </a:spcBef>
              <a:spcAft>
                <a:spcPts val="0"/>
              </a:spcAft>
              <a:buNone/>
            </a:pPr>
            <a:r>
              <a:t/>
            </a:r>
            <a:endParaRPr sz="1350">
              <a:solidFill>
                <a:srgbClr val="666666"/>
              </a:solidFill>
              <a:latin typeface="Roboto"/>
              <a:ea typeface="Roboto"/>
              <a:cs typeface="Roboto"/>
              <a:sym typeface="Roboto"/>
            </a:endParaRPr>
          </a:p>
          <a:p>
            <a:pPr indent="0" lvl="0" marL="457200" rtl="0" algn="l">
              <a:spcBef>
                <a:spcPts val="2300"/>
              </a:spcBef>
              <a:spcAft>
                <a:spcPts val="0"/>
              </a:spcAft>
              <a:buNone/>
            </a:pPr>
            <a:r>
              <a:t/>
            </a:r>
            <a:endParaRPr/>
          </a:p>
        </p:txBody>
      </p:sp>
      <p:sp>
        <p:nvSpPr>
          <p:cNvPr id="146" name="Google Shape;146;g33c87b90525_0_90"/>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7" name="Google Shape;147;g33c87b90525_0_90"/>
          <p:cNvPicPr preferRelativeResize="0"/>
          <p:nvPr/>
        </p:nvPicPr>
        <p:blipFill>
          <a:blip r:embed="rId3">
            <a:alphaModFix/>
          </a:blip>
          <a:stretch>
            <a:fillRect/>
          </a:stretch>
        </p:blipFill>
        <p:spPr>
          <a:xfrm>
            <a:off x="3203000" y="1463675"/>
            <a:ext cx="5712401" cy="34171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3c87b90525_0_110"/>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154" name="Google Shape;154;g33c87b90525_0_110"/>
          <p:cNvSpPr txBox="1"/>
          <p:nvPr>
            <p:ph idx="1" type="body"/>
          </p:nvPr>
        </p:nvSpPr>
        <p:spPr>
          <a:xfrm>
            <a:off x="457200" y="1028700"/>
            <a:ext cx="82296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#3: Null Values</a:t>
            </a:r>
            <a:endParaRPr sz="1900">
              <a:latin typeface="Roboto"/>
              <a:ea typeface="Roboto"/>
              <a:cs typeface="Roboto"/>
              <a:sym typeface="Roboto"/>
            </a:endParaRPr>
          </a:p>
          <a:p>
            <a:pPr indent="-349250" lvl="1" marL="914400" rtl="0" algn="l">
              <a:lnSpc>
                <a:spcPct val="120000"/>
              </a:lnSpc>
              <a:spcBef>
                <a:spcPts val="0"/>
              </a:spcBef>
              <a:spcAft>
                <a:spcPts val="0"/>
              </a:spcAft>
              <a:buSzPts val="1900"/>
              <a:buFont typeface="Roboto"/>
              <a:buChar char="➢"/>
            </a:pPr>
            <a:r>
              <a:rPr lang="en-US" sz="1900">
                <a:latin typeface="Roboto"/>
                <a:ea typeface="Roboto"/>
                <a:cs typeface="Roboto"/>
                <a:sym typeface="Roboto"/>
              </a:rPr>
              <a:t>Use when the value of that column may be unknown, missing, or not applicable</a:t>
            </a:r>
            <a:endParaRPr sz="1900">
              <a:latin typeface="Roboto"/>
              <a:ea typeface="Roboto"/>
              <a:cs typeface="Roboto"/>
              <a:sym typeface="Roboto"/>
            </a:endParaRPr>
          </a:p>
          <a:p>
            <a:pPr indent="-349250" lvl="1" marL="914400" rtl="0" algn="l">
              <a:lnSpc>
                <a:spcPct val="120000"/>
              </a:lnSpc>
              <a:spcBef>
                <a:spcPts val="0"/>
              </a:spcBef>
              <a:spcAft>
                <a:spcPts val="0"/>
              </a:spcAft>
              <a:buSzPts val="1900"/>
              <a:buFont typeface="Roboto"/>
              <a:buChar char="➢"/>
            </a:pPr>
            <a:r>
              <a:rPr lang="en-US" sz="1900">
                <a:latin typeface="Roboto"/>
                <a:ea typeface="Roboto"/>
                <a:cs typeface="Roboto"/>
                <a:sym typeface="Roboto"/>
              </a:rPr>
              <a:t>Primary keys can never store null values.</a:t>
            </a:r>
            <a:endParaRPr sz="1900">
              <a:latin typeface="Roboto"/>
              <a:ea typeface="Roboto"/>
              <a:cs typeface="Roboto"/>
              <a:sym typeface="Roboto"/>
            </a:endParaRPr>
          </a:p>
          <a:p>
            <a:pPr indent="-349250" lvl="1" marL="914400" rtl="0" algn="l">
              <a:lnSpc>
                <a:spcPct val="120000"/>
              </a:lnSpc>
              <a:spcBef>
                <a:spcPts val="0"/>
              </a:spcBef>
              <a:spcAft>
                <a:spcPts val="0"/>
              </a:spcAft>
              <a:buSzPts val="1900"/>
              <a:buFont typeface="Roboto"/>
              <a:buChar char="➢"/>
            </a:pPr>
            <a:r>
              <a:rPr lang="en-US" sz="1900">
                <a:latin typeface="Roboto"/>
                <a:ea typeface="Roboto"/>
                <a:cs typeface="Roboto"/>
                <a:sym typeface="Roboto"/>
              </a:rPr>
              <a:t>A null value can be applied to columns of any data type (as long as the column supports null values).</a:t>
            </a:r>
            <a:endParaRPr sz="1900">
              <a:latin typeface="Roboto"/>
              <a:ea typeface="Roboto"/>
              <a:cs typeface="Roboto"/>
              <a:sym typeface="Roboto"/>
            </a:endParaRPr>
          </a:p>
          <a:p>
            <a:pPr indent="-349250" lvl="1" marL="914400" rtl="0" algn="l">
              <a:lnSpc>
                <a:spcPct val="120000"/>
              </a:lnSpc>
              <a:spcBef>
                <a:spcPts val="0"/>
              </a:spcBef>
              <a:spcAft>
                <a:spcPts val="0"/>
              </a:spcAft>
              <a:buSzPts val="1900"/>
              <a:buFont typeface="Roboto"/>
              <a:buChar char="➢"/>
            </a:pPr>
            <a:r>
              <a:rPr lang="en-US" sz="1900">
                <a:latin typeface="Roboto"/>
                <a:ea typeface="Roboto"/>
                <a:cs typeface="Roboto"/>
                <a:sym typeface="Roboto"/>
              </a:rPr>
              <a:t>Null values are ignored in unique and foreign key constraints.</a:t>
            </a:r>
            <a:endParaRPr sz="1900">
              <a:latin typeface="Roboto"/>
              <a:ea typeface="Roboto"/>
              <a:cs typeface="Roboto"/>
              <a:sym typeface="Roboto"/>
            </a:endParaRPr>
          </a:p>
          <a:p>
            <a:pPr indent="0" lvl="0" marL="457200" rtl="0" algn="l">
              <a:spcBef>
                <a:spcPts val="2300"/>
              </a:spcBef>
              <a:spcAft>
                <a:spcPts val="0"/>
              </a:spcAft>
              <a:buNone/>
            </a:pPr>
            <a:r>
              <a:t/>
            </a:r>
            <a:endParaRPr/>
          </a:p>
        </p:txBody>
      </p:sp>
      <p:sp>
        <p:nvSpPr>
          <p:cNvPr id="155" name="Google Shape;155;g33c87b90525_0_110"/>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3c87b90525_0_125"/>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162" name="Google Shape;162;g33c87b90525_0_125"/>
          <p:cNvSpPr txBox="1"/>
          <p:nvPr>
            <p:ph idx="1" type="body"/>
          </p:nvPr>
        </p:nvSpPr>
        <p:spPr>
          <a:xfrm>
            <a:off x="457200" y="1028700"/>
            <a:ext cx="34275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#4: Referential Integrity</a:t>
            </a:r>
            <a:endParaRPr sz="1900">
              <a:latin typeface="Roboto"/>
              <a:ea typeface="Roboto"/>
              <a:cs typeface="Roboto"/>
              <a:sym typeface="Roboto"/>
            </a:endParaRPr>
          </a:p>
          <a:p>
            <a:pPr indent="-323850" lvl="1" marL="914400" rtl="0" algn="l">
              <a:lnSpc>
                <a:spcPct val="120000"/>
              </a:lnSpc>
              <a:spcBef>
                <a:spcPts val="0"/>
              </a:spcBef>
              <a:spcAft>
                <a:spcPts val="0"/>
              </a:spcAft>
              <a:buSzPts val="1500"/>
              <a:buFont typeface="Roboto"/>
              <a:buChar char="○"/>
            </a:pPr>
            <a:r>
              <a:rPr lang="en-US" sz="1500">
                <a:latin typeface="Roboto"/>
                <a:ea typeface="Roboto"/>
                <a:cs typeface="Roboto"/>
                <a:sym typeface="Roboto"/>
              </a:rPr>
              <a:t>By establishing relationships between tables using foreign keys and primary keys, we make use of the database engine’s resources to ensure data integrity.</a:t>
            </a:r>
            <a:endParaRPr sz="1500">
              <a:latin typeface="Roboto"/>
              <a:ea typeface="Roboto"/>
              <a:cs typeface="Roboto"/>
              <a:sym typeface="Roboto"/>
            </a:endParaRPr>
          </a:p>
          <a:p>
            <a:pPr indent="0" lvl="0" marL="457200" rtl="0" algn="l">
              <a:spcBef>
                <a:spcPts val="2300"/>
              </a:spcBef>
              <a:spcAft>
                <a:spcPts val="0"/>
              </a:spcAft>
              <a:buNone/>
            </a:pPr>
            <a:r>
              <a:t/>
            </a:r>
            <a:endParaRPr/>
          </a:p>
        </p:txBody>
      </p:sp>
      <p:sp>
        <p:nvSpPr>
          <p:cNvPr id="163" name="Google Shape;163;g33c87b90525_0_125"/>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4" name="Google Shape;164;g33c87b90525_0_125"/>
          <p:cNvPicPr preferRelativeResize="0"/>
          <p:nvPr/>
        </p:nvPicPr>
        <p:blipFill>
          <a:blip r:embed="rId3">
            <a:alphaModFix/>
          </a:blip>
          <a:stretch>
            <a:fillRect/>
          </a:stretch>
        </p:blipFill>
        <p:spPr>
          <a:xfrm>
            <a:off x="3772463" y="817950"/>
            <a:ext cx="5514975" cy="4191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3c87b90525_0_136"/>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171" name="Google Shape;171;g33c87b90525_0_136"/>
          <p:cNvSpPr txBox="1"/>
          <p:nvPr>
            <p:ph idx="1" type="body"/>
          </p:nvPr>
        </p:nvSpPr>
        <p:spPr>
          <a:xfrm>
            <a:off x="457200" y="1028700"/>
            <a:ext cx="34275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#5: Atomicity</a:t>
            </a:r>
            <a:endParaRPr sz="1900">
              <a:latin typeface="Roboto"/>
              <a:ea typeface="Roboto"/>
              <a:cs typeface="Roboto"/>
              <a:sym typeface="Roboto"/>
            </a:endParaRPr>
          </a:p>
          <a:p>
            <a:pPr indent="-323850" lvl="1" marL="914400" rtl="0" algn="l">
              <a:lnSpc>
                <a:spcPct val="120000"/>
              </a:lnSpc>
              <a:spcBef>
                <a:spcPts val="0"/>
              </a:spcBef>
              <a:spcAft>
                <a:spcPts val="0"/>
              </a:spcAft>
              <a:buSzPts val="1500"/>
              <a:buFont typeface="Roboto"/>
              <a:buChar char="○"/>
            </a:pPr>
            <a:r>
              <a:rPr lang="en-US" sz="1350">
                <a:solidFill>
                  <a:srgbClr val="666666"/>
                </a:solidFill>
                <a:latin typeface="Roboto"/>
                <a:ea typeface="Roboto"/>
                <a:cs typeface="Roboto"/>
                <a:sym typeface="Roboto"/>
              </a:rPr>
              <a:t>If you combine more than one piece of information in one column, it will be difficult to access individual data later</a:t>
            </a:r>
            <a:endParaRPr sz="1350">
              <a:solidFill>
                <a:srgbClr val="666666"/>
              </a:solidFill>
              <a:latin typeface="Roboto"/>
              <a:ea typeface="Roboto"/>
              <a:cs typeface="Roboto"/>
              <a:sym typeface="Roboto"/>
            </a:endParaRPr>
          </a:p>
          <a:p>
            <a:pPr indent="-323850" lvl="1" marL="914400" rtl="0" algn="l">
              <a:lnSpc>
                <a:spcPct val="120000"/>
              </a:lnSpc>
              <a:spcBef>
                <a:spcPts val="0"/>
              </a:spcBef>
              <a:spcAft>
                <a:spcPts val="0"/>
              </a:spcAft>
              <a:buSzPts val="1500"/>
              <a:buFont typeface="Roboto"/>
              <a:buChar char="○"/>
            </a:pPr>
            <a:r>
              <a:rPr lang="en-US" sz="1350">
                <a:solidFill>
                  <a:srgbClr val="666666"/>
                </a:solidFill>
                <a:latin typeface="Roboto"/>
                <a:ea typeface="Roboto"/>
                <a:cs typeface="Roboto"/>
                <a:sym typeface="Roboto"/>
              </a:rPr>
              <a:t>Try to divide the information into logical parts</a:t>
            </a:r>
            <a:endParaRPr sz="1500">
              <a:latin typeface="Roboto"/>
              <a:ea typeface="Roboto"/>
              <a:cs typeface="Roboto"/>
              <a:sym typeface="Roboto"/>
            </a:endParaRPr>
          </a:p>
          <a:p>
            <a:pPr indent="0" lvl="0" marL="457200" rtl="0" algn="l">
              <a:spcBef>
                <a:spcPts val="2300"/>
              </a:spcBef>
              <a:spcAft>
                <a:spcPts val="0"/>
              </a:spcAft>
              <a:buNone/>
            </a:pPr>
            <a:r>
              <a:t/>
            </a:r>
            <a:endParaRPr/>
          </a:p>
        </p:txBody>
      </p:sp>
      <p:sp>
        <p:nvSpPr>
          <p:cNvPr id="172" name="Google Shape;172;g33c87b90525_0_136"/>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3" name="Google Shape;173;g33c87b90525_0_136"/>
          <p:cNvPicPr preferRelativeResize="0"/>
          <p:nvPr/>
        </p:nvPicPr>
        <p:blipFill>
          <a:blip r:embed="rId3">
            <a:alphaModFix/>
          </a:blip>
          <a:stretch>
            <a:fillRect/>
          </a:stretch>
        </p:blipFill>
        <p:spPr>
          <a:xfrm>
            <a:off x="3797850" y="1018150"/>
            <a:ext cx="5333375" cy="3019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3c87b90525_0_149"/>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180" name="Google Shape;180;g33c87b90525_0_149"/>
          <p:cNvSpPr txBox="1"/>
          <p:nvPr>
            <p:ph idx="1" type="body"/>
          </p:nvPr>
        </p:nvSpPr>
        <p:spPr>
          <a:xfrm>
            <a:off x="457200" y="1028700"/>
            <a:ext cx="34275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#6: Normalization</a:t>
            </a:r>
            <a:endParaRPr sz="1900">
              <a:latin typeface="Roboto"/>
              <a:ea typeface="Roboto"/>
              <a:cs typeface="Roboto"/>
              <a:sym typeface="Roboto"/>
            </a:endParaRPr>
          </a:p>
          <a:p>
            <a:pPr indent="-323850" lvl="1" marL="914400" rtl="0" algn="l">
              <a:lnSpc>
                <a:spcPct val="120000"/>
              </a:lnSpc>
              <a:spcBef>
                <a:spcPts val="0"/>
              </a:spcBef>
              <a:spcAft>
                <a:spcPts val="0"/>
              </a:spcAft>
              <a:buSzPts val="1500"/>
              <a:buFont typeface="Roboto"/>
              <a:buChar char="○"/>
            </a:pPr>
            <a:r>
              <a:rPr lang="en-US" sz="1350">
                <a:solidFill>
                  <a:srgbClr val="666666"/>
                </a:solidFill>
                <a:latin typeface="Roboto"/>
                <a:ea typeface="Roboto"/>
                <a:cs typeface="Roboto"/>
                <a:sym typeface="Roboto"/>
              </a:rPr>
              <a:t>In practice, normalizing a model is a matter of bringing it to the third normal form (3NF). Bringing a data model to 3NF maintains data integrity, reduces redundancy, and optimizes the storage space occupied by the database. </a:t>
            </a:r>
            <a:endParaRPr/>
          </a:p>
        </p:txBody>
      </p:sp>
      <p:sp>
        <p:nvSpPr>
          <p:cNvPr id="181" name="Google Shape;181;g33c87b90525_0_149"/>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2" name="Google Shape;182;g33c87b90525_0_149"/>
          <p:cNvPicPr preferRelativeResize="0"/>
          <p:nvPr/>
        </p:nvPicPr>
        <p:blipFill>
          <a:blip r:embed="rId3">
            <a:alphaModFix/>
          </a:blip>
          <a:stretch>
            <a:fillRect/>
          </a:stretch>
        </p:blipFill>
        <p:spPr>
          <a:xfrm>
            <a:off x="4189500" y="898718"/>
            <a:ext cx="4954499" cy="30663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3c87b90525_0_160"/>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189" name="Google Shape;189;g33c87b90525_0_160"/>
          <p:cNvSpPr txBox="1"/>
          <p:nvPr>
            <p:ph idx="1" type="body"/>
          </p:nvPr>
        </p:nvSpPr>
        <p:spPr>
          <a:xfrm>
            <a:off x="457200" y="1028700"/>
            <a:ext cx="78951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#7: Data Typing</a:t>
            </a:r>
            <a:endParaRPr sz="1900">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Choose a data type according to the nature and format of the information expected to be stored in that column</a:t>
            </a:r>
            <a:endParaRPr sz="1350">
              <a:solidFill>
                <a:srgbClr val="666666"/>
              </a:solidFill>
              <a:latin typeface="Roboto"/>
              <a:ea typeface="Roboto"/>
              <a:cs typeface="Roboto"/>
              <a:sym typeface="Roboto"/>
            </a:endParaRPr>
          </a:p>
          <a:p>
            <a:pPr indent="-314325" lvl="2" marL="13716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Ex: if you create a column to store dates, common database modeling tips suggest that the data type should be DATE, DATETIME, or TIMESTAMP. If you define this column as VARCHAR, dates can be stored in very different formats (e.g. '18-Jan-2023', '2023-01-18', '01/18/23'); it will be impossible to use this column as a search criterion or as a filter for queries.</a:t>
            </a:r>
            <a:endParaRPr sz="1350">
              <a:solidFill>
                <a:srgbClr val="666666"/>
              </a:solidFill>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The data type of a column must support the entire universe of possible data that can be assigned to that column, either by users or by applications</a:t>
            </a:r>
            <a:endParaRPr sz="1350">
              <a:solidFill>
                <a:srgbClr val="666666"/>
              </a:solidFill>
              <a:latin typeface="Roboto"/>
              <a:ea typeface="Roboto"/>
              <a:cs typeface="Roboto"/>
              <a:sym typeface="Roboto"/>
            </a:endParaRPr>
          </a:p>
          <a:p>
            <a:pPr indent="-314325" lvl="2" marL="13716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If you define the data type with less capacity than necessary, you will cause errors in the use of the database</a:t>
            </a:r>
            <a:endParaRPr sz="1350">
              <a:solidFill>
                <a:srgbClr val="666666"/>
              </a:solidFill>
              <a:latin typeface="Roboto"/>
              <a:ea typeface="Roboto"/>
              <a:cs typeface="Roboto"/>
              <a:sym typeface="Roboto"/>
            </a:endParaRPr>
          </a:p>
          <a:p>
            <a:pPr indent="-314325" lvl="2" marL="13716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If you define it with more capacity than necessary, you will be wasting storage space and opening the door to performance problems.</a:t>
            </a:r>
            <a:endParaRPr sz="1350">
              <a:solidFill>
                <a:srgbClr val="666666"/>
              </a:solidFill>
              <a:latin typeface="Roboto"/>
              <a:ea typeface="Roboto"/>
              <a:cs typeface="Roboto"/>
              <a:sym typeface="Roboto"/>
            </a:endParaRPr>
          </a:p>
        </p:txBody>
      </p:sp>
      <p:sp>
        <p:nvSpPr>
          <p:cNvPr id="190" name="Google Shape;190;g33c87b90525_0_160"/>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3c87b90525_0_175"/>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197" name="Google Shape;197;g33c87b90525_0_175"/>
          <p:cNvSpPr txBox="1"/>
          <p:nvPr>
            <p:ph idx="1" type="body"/>
          </p:nvPr>
        </p:nvSpPr>
        <p:spPr>
          <a:xfrm>
            <a:off x="457200" y="1028700"/>
            <a:ext cx="81360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#8: Indexing</a:t>
            </a:r>
            <a:endParaRPr sz="1900">
              <a:latin typeface="Roboto"/>
              <a:ea typeface="Roboto"/>
              <a:cs typeface="Roboto"/>
              <a:sym typeface="Roboto"/>
            </a:endParaRPr>
          </a:p>
          <a:p>
            <a:pPr indent="-323850" lvl="1" marL="914400" rtl="0" algn="l">
              <a:lnSpc>
                <a:spcPct val="120000"/>
              </a:lnSpc>
              <a:spcBef>
                <a:spcPts val="0"/>
              </a:spcBef>
              <a:spcAft>
                <a:spcPts val="0"/>
              </a:spcAft>
              <a:buSzPts val="1500"/>
              <a:buFont typeface="Roboto"/>
              <a:buChar char="○"/>
            </a:pPr>
            <a:r>
              <a:rPr lang="en-US" sz="1350">
                <a:solidFill>
                  <a:srgbClr val="666666"/>
                </a:solidFill>
                <a:latin typeface="Roboto"/>
                <a:ea typeface="Roboto"/>
                <a:cs typeface="Roboto"/>
                <a:sym typeface="Roboto"/>
              </a:rPr>
              <a:t>Indexes are data structures that make it easy for the database engine to locate the row(s) that meet a given search criteria</a:t>
            </a:r>
            <a:r>
              <a:rPr lang="en-US" sz="1350">
                <a:solidFill>
                  <a:srgbClr val="666666"/>
                </a:solidFill>
                <a:latin typeface="Roboto"/>
                <a:ea typeface="Roboto"/>
                <a:cs typeface="Roboto"/>
                <a:sym typeface="Roboto"/>
              </a:rPr>
              <a:t> </a:t>
            </a:r>
            <a:endParaRPr sz="1350">
              <a:solidFill>
                <a:srgbClr val="666666"/>
              </a:solidFill>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indexes are created mainly to speed up searches and queries</a:t>
            </a:r>
            <a:endParaRPr sz="1350">
              <a:solidFill>
                <a:srgbClr val="666666"/>
              </a:solidFill>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t/>
            </a:r>
            <a:endParaRPr sz="1350">
              <a:solidFill>
                <a:srgbClr val="666666"/>
              </a:solidFill>
              <a:latin typeface="Roboto"/>
              <a:ea typeface="Roboto"/>
              <a:cs typeface="Roboto"/>
              <a:sym typeface="Roboto"/>
            </a:endParaRPr>
          </a:p>
        </p:txBody>
      </p:sp>
      <p:sp>
        <p:nvSpPr>
          <p:cNvPr id="198" name="Google Shape;198;g33c87b90525_0_175"/>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9" name="Google Shape;199;g33c87b90525_0_175"/>
          <p:cNvPicPr preferRelativeResize="0"/>
          <p:nvPr/>
        </p:nvPicPr>
        <p:blipFill>
          <a:blip r:embed="rId3">
            <a:alphaModFix/>
          </a:blip>
          <a:stretch>
            <a:fillRect/>
          </a:stretch>
        </p:blipFill>
        <p:spPr>
          <a:xfrm>
            <a:off x="1515075" y="2192578"/>
            <a:ext cx="5693975" cy="3252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3c87b90525_0_196"/>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206" name="Google Shape;206;g33c87b90525_0_196"/>
          <p:cNvSpPr txBox="1"/>
          <p:nvPr>
            <p:ph idx="1" type="body"/>
          </p:nvPr>
        </p:nvSpPr>
        <p:spPr>
          <a:xfrm>
            <a:off x="457200" y="1028700"/>
            <a:ext cx="81360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#8: Indexing</a:t>
            </a:r>
            <a:endParaRPr sz="1900">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Some best practices:</a:t>
            </a:r>
            <a:endParaRPr sz="1350">
              <a:solidFill>
                <a:srgbClr val="666666"/>
              </a:solidFill>
              <a:latin typeface="Roboto"/>
              <a:ea typeface="Roboto"/>
              <a:cs typeface="Roboto"/>
              <a:sym typeface="Roboto"/>
            </a:endParaRPr>
          </a:p>
          <a:p>
            <a:pPr indent="-314325" lvl="2" marL="13716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Create an index for all tables’ primary keys (done automatically by RDBMS)</a:t>
            </a:r>
            <a:endParaRPr sz="1350">
              <a:solidFill>
                <a:srgbClr val="666666"/>
              </a:solidFill>
              <a:latin typeface="Roboto"/>
              <a:ea typeface="Roboto"/>
              <a:cs typeface="Roboto"/>
              <a:sym typeface="Roboto"/>
            </a:endParaRPr>
          </a:p>
          <a:p>
            <a:pPr indent="-314325" lvl="2" marL="13716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Create an index for each foreign key</a:t>
            </a:r>
            <a:endParaRPr sz="1350">
              <a:solidFill>
                <a:srgbClr val="666666"/>
              </a:solidFill>
              <a:latin typeface="Roboto"/>
              <a:ea typeface="Roboto"/>
              <a:cs typeface="Roboto"/>
              <a:sym typeface="Roboto"/>
            </a:endParaRPr>
          </a:p>
          <a:p>
            <a:pPr indent="-314325" lvl="2" marL="13716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Create indexes based on use cases</a:t>
            </a:r>
            <a:endParaRPr sz="1350">
              <a:solidFill>
                <a:srgbClr val="666666"/>
              </a:solidFill>
              <a:latin typeface="Roboto"/>
              <a:ea typeface="Roboto"/>
              <a:cs typeface="Roboto"/>
              <a:sym typeface="Roboto"/>
            </a:endParaRPr>
          </a:p>
          <a:p>
            <a:pPr indent="-314325" lvl="3" marL="18288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Analyze how the applications will use the database to anticipate the need for indexes that include the lookup columns detailed in those cases.</a:t>
            </a:r>
            <a:endParaRPr sz="1350">
              <a:solidFill>
                <a:srgbClr val="666666"/>
              </a:solidFill>
              <a:latin typeface="Roboto"/>
              <a:ea typeface="Roboto"/>
              <a:cs typeface="Roboto"/>
              <a:sym typeface="Roboto"/>
            </a:endParaRPr>
          </a:p>
          <a:p>
            <a:pPr indent="-314325" lvl="2" marL="13716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Create indexes for fields that are frequently used for querying or filtering data</a:t>
            </a:r>
            <a:endParaRPr sz="1350">
              <a:solidFill>
                <a:srgbClr val="666666"/>
              </a:solidFill>
              <a:latin typeface="Roboto"/>
              <a:ea typeface="Roboto"/>
              <a:cs typeface="Roboto"/>
              <a:sym typeface="Roboto"/>
            </a:endParaRPr>
          </a:p>
          <a:p>
            <a:pPr indent="-314325" lvl="2" marL="13716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Indexes take up storage space, so including very wide columns in an index will cause the index to take up a lot of space.</a:t>
            </a:r>
            <a:endParaRPr sz="1350">
              <a:solidFill>
                <a:srgbClr val="666666"/>
              </a:solidFill>
              <a:latin typeface="Roboto"/>
              <a:ea typeface="Roboto"/>
              <a:cs typeface="Roboto"/>
              <a:sym typeface="Roboto"/>
            </a:endParaRPr>
          </a:p>
        </p:txBody>
      </p:sp>
      <p:sp>
        <p:nvSpPr>
          <p:cNvPr id="207" name="Google Shape;207;g33c87b90525_0_196"/>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3c9a65b041_1_0"/>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214" name="Google Shape;214;g33c9a65b041_1_0"/>
          <p:cNvSpPr txBox="1"/>
          <p:nvPr>
            <p:ph idx="1" type="body"/>
          </p:nvPr>
        </p:nvSpPr>
        <p:spPr>
          <a:xfrm>
            <a:off x="457200" y="1028700"/>
            <a:ext cx="75810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#9: Database Partitioning</a:t>
            </a:r>
            <a:endParaRPr sz="1900">
              <a:latin typeface="Roboto"/>
              <a:ea typeface="Roboto"/>
              <a:cs typeface="Roboto"/>
              <a:sym typeface="Roboto"/>
            </a:endParaRPr>
          </a:p>
          <a:p>
            <a:pPr indent="-323850" lvl="1" marL="914400" rtl="0" algn="l">
              <a:lnSpc>
                <a:spcPct val="120000"/>
              </a:lnSpc>
              <a:spcBef>
                <a:spcPts val="0"/>
              </a:spcBef>
              <a:spcAft>
                <a:spcPts val="0"/>
              </a:spcAft>
              <a:buSzPts val="1500"/>
              <a:buFont typeface="Roboto"/>
              <a:buChar char="○"/>
            </a:pPr>
            <a:r>
              <a:rPr lang="en-US" sz="1350">
                <a:solidFill>
                  <a:srgbClr val="666666"/>
                </a:solidFill>
                <a:latin typeface="Roboto"/>
                <a:ea typeface="Roboto"/>
                <a:cs typeface="Roboto"/>
                <a:sym typeface="Roboto"/>
              </a:rPr>
              <a:t>Database partitioning (or data partitioning) is a technique used to split data in a large database into smaller chunks called partitions</a:t>
            </a:r>
            <a:endParaRPr sz="1350">
              <a:solidFill>
                <a:srgbClr val="666666"/>
              </a:solidFill>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t/>
            </a:r>
            <a:endParaRPr sz="1350">
              <a:solidFill>
                <a:srgbClr val="666666"/>
              </a:solidFill>
              <a:latin typeface="Roboto"/>
              <a:ea typeface="Roboto"/>
              <a:cs typeface="Roboto"/>
              <a:sym typeface="Roboto"/>
            </a:endParaRPr>
          </a:p>
        </p:txBody>
      </p:sp>
      <p:sp>
        <p:nvSpPr>
          <p:cNvPr id="215" name="Google Shape;215;g33c9a65b041_1_0"/>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6" name="Google Shape;216;g33c9a65b041_1_0"/>
          <p:cNvPicPr preferRelativeResize="0"/>
          <p:nvPr/>
        </p:nvPicPr>
        <p:blipFill>
          <a:blip r:embed="rId3">
            <a:alphaModFix/>
          </a:blip>
          <a:stretch>
            <a:fillRect/>
          </a:stretch>
        </p:blipFill>
        <p:spPr>
          <a:xfrm>
            <a:off x="287225" y="2169000"/>
            <a:ext cx="4284775" cy="2408044"/>
          </a:xfrm>
          <a:prstGeom prst="rect">
            <a:avLst/>
          </a:prstGeom>
          <a:noFill/>
          <a:ln>
            <a:noFill/>
          </a:ln>
        </p:spPr>
      </p:pic>
      <p:pic>
        <p:nvPicPr>
          <p:cNvPr id="217" name="Google Shape;217;g33c9a65b041_1_0"/>
          <p:cNvPicPr preferRelativeResize="0"/>
          <p:nvPr/>
        </p:nvPicPr>
        <p:blipFill>
          <a:blip r:embed="rId4">
            <a:alphaModFix/>
          </a:blip>
          <a:stretch>
            <a:fillRect/>
          </a:stretch>
        </p:blipFill>
        <p:spPr>
          <a:xfrm>
            <a:off x="4753625" y="2169000"/>
            <a:ext cx="4284775" cy="240806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3c9a65b041_1_13"/>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224" name="Google Shape;224;g33c9a65b041_1_13"/>
          <p:cNvSpPr txBox="1"/>
          <p:nvPr>
            <p:ph idx="1" type="body"/>
          </p:nvPr>
        </p:nvSpPr>
        <p:spPr>
          <a:xfrm>
            <a:off x="457200" y="1028700"/>
            <a:ext cx="75810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#9: Database Partitioning</a:t>
            </a:r>
            <a:endParaRPr sz="1900">
              <a:latin typeface="Roboto"/>
              <a:ea typeface="Roboto"/>
              <a:cs typeface="Roboto"/>
              <a:sym typeface="Roboto"/>
            </a:endParaRPr>
          </a:p>
          <a:p>
            <a:pPr indent="-323850" lvl="1" marL="914400" rtl="0" algn="l">
              <a:lnSpc>
                <a:spcPct val="120000"/>
              </a:lnSpc>
              <a:spcBef>
                <a:spcPts val="0"/>
              </a:spcBef>
              <a:spcAft>
                <a:spcPts val="0"/>
              </a:spcAft>
              <a:buSzPts val="1500"/>
              <a:buFont typeface="Roboto"/>
              <a:buChar char="○"/>
            </a:pPr>
            <a:r>
              <a:rPr lang="en-US" sz="1350">
                <a:solidFill>
                  <a:srgbClr val="666666"/>
                </a:solidFill>
                <a:latin typeface="Roboto"/>
                <a:ea typeface="Roboto"/>
                <a:cs typeface="Roboto"/>
                <a:sym typeface="Roboto"/>
              </a:rPr>
              <a:t>Horizontal partitioning</a:t>
            </a:r>
            <a:endParaRPr sz="1350">
              <a:solidFill>
                <a:srgbClr val="666666"/>
              </a:solidFill>
              <a:latin typeface="Roboto"/>
              <a:ea typeface="Roboto"/>
              <a:cs typeface="Roboto"/>
              <a:sym typeface="Roboto"/>
            </a:endParaRPr>
          </a:p>
          <a:p>
            <a:pPr indent="-314325" lvl="2" marL="1371600" rtl="0" algn="l">
              <a:lnSpc>
                <a:spcPct val="120000"/>
              </a:lnSpc>
              <a:spcBef>
                <a:spcPts val="0"/>
              </a:spcBef>
              <a:spcAft>
                <a:spcPts val="0"/>
              </a:spcAft>
              <a:buClr>
                <a:srgbClr val="666666"/>
              </a:buClr>
              <a:buSzPts val="1350"/>
              <a:buFont typeface="Roboto"/>
              <a:buChar char="■"/>
            </a:pPr>
            <a:r>
              <a:rPr b="1" lang="en-US" sz="1350">
                <a:solidFill>
                  <a:srgbClr val="666666"/>
                </a:solidFill>
                <a:latin typeface="Roboto"/>
                <a:ea typeface="Roboto"/>
                <a:cs typeface="Roboto"/>
                <a:sym typeface="Roboto"/>
              </a:rPr>
              <a:t>Range-based partitioning</a:t>
            </a:r>
            <a:r>
              <a:rPr lang="en-US" sz="1350">
                <a:solidFill>
                  <a:srgbClr val="666666"/>
                </a:solidFill>
                <a:latin typeface="Roboto"/>
                <a:ea typeface="Roboto"/>
                <a:cs typeface="Roboto"/>
                <a:sym typeface="Roboto"/>
              </a:rPr>
              <a:t>: data is split based on a range that does not overlap. The most common example is partitioning by time on time series workloads. Data can be partitioned by some time interval (e.g., daily, weekly, monthly) to aid range-based search. </a:t>
            </a:r>
            <a:endParaRPr sz="1350">
              <a:solidFill>
                <a:srgbClr val="666666"/>
              </a:solidFill>
              <a:latin typeface="Roboto"/>
              <a:ea typeface="Roboto"/>
              <a:cs typeface="Roboto"/>
              <a:sym typeface="Roboto"/>
            </a:endParaRPr>
          </a:p>
          <a:p>
            <a:pPr indent="-314325" lvl="2" marL="1371600" rtl="0" algn="l">
              <a:lnSpc>
                <a:spcPct val="120000"/>
              </a:lnSpc>
              <a:spcBef>
                <a:spcPts val="0"/>
              </a:spcBef>
              <a:spcAft>
                <a:spcPts val="0"/>
              </a:spcAft>
              <a:buClr>
                <a:srgbClr val="666666"/>
              </a:buClr>
              <a:buSzPts val="1350"/>
              <a:buFont typeface="Roboto"/>
              <a:buChar char="■"/>
            </a:pPr>
            <a:r>
              <a:rPr b="1" lang="en-US" sz="1350">
                <a:solidFill>
                  <a:srgbClr val="666666"/>
                </a:solidFill>
                <a:latin typeface="Roboto"/>
                <a:ea typeface="Roboto"/>
                <a:cs typeface="Roboto"/>
                <a:sym typeface="Roboto"/>
              </a:rPr>
              <a:t>List-based partitioning</a:t>
            </a:r>
            <a:r>
              <a:rPr lang="en-US" sz="1350">
                <a:solidFill>
                  <a:srgbClr val="666666"/>
                </a:solidFill>
                <a:latin typeface="Roboto"/>
                <a:ea typeface="Roboto"/>
                <a:cs typeface="Roboto"/>
                <a:sym typeface="Roboto"/>
              </a:rPr>
              <a:t>: data is split based on discrete sets of values, usually from a particular column. For example, a table containing sales data may be partitioned by geo-regions such as North America or Asia-Pacific regions. Partitions may be further split into subsections.</a:t>
            </a:r>
            <a:endParaRPr sz="1350">
              <a:solidFill>
                <a:srgbClr val="666666"/>
              </a:solidFill>
              <a:latin typeface="Roboto"/>
              <a:ea typeface="Roboto"/>
              <a:cs typeface="Roboto"/>
              <a:sym typeface="Roboto"/>
            </a:endParaRPr>
          </a:p>
          <a:p>
            <a:pPr indent="-314325" lvl="2" marL="1371600" rtl="0" algn="l">
              <a:lnSpc>
                <a:spcPct val="120000"/>
              </a:lnSpc>
              <a:spcBef>
                <a:spcPts val="0"/>
              </a:spcBef>
              <a:spcAft>
                <a:spcPts val="0"/>
              </a:spcAft>
              <a:buClr>
                <a:srgbClr val="666666"/>
              </a:buClr>
              <a:buSzPts val="1350"/>
              <a:buFont typeface="Roboto"/>
              <a:buChar char="■"/>
            </a:pPr>
            <a:r>
              <a:rPr b="1" lang="en-US" sz="1350">
                <a:solidFill>
                  <a:srgbClr val="666666"/>
                </a:solidFill>
                <a:latin typeface="Roboto"/>
                <a:ea typeface="Roboto"/>
                <a:cs typeface="Roboto"/>
                <a:sym typeface="Roboto"/>
              </a:rPr>
              <a:t>Hash-based partitioning</a:t>
            </a:r>
            <a:r>
              <a:rPr lang="en-US" sz="1350">
                <a:solidFill>
                  <a:srgbClr val="666666"/>
                </a:solidFill>
                <a:latin typeface="Roboto"/>
                <a:ea typeface="Roboto"/>
                <a:cs typeface="Roboto"/>
                <a:sym typeface="Roboto"/>
              </a:rPr>
              <a:t>: data is split based on some hashing algorithm. Hash-based partitioning applies a hash function to one or more columns to determine which partition to send the request to.</a:t>
            </a:r>
            <a:endParaRPr sz="1350">
              <a:solidFill>
                <a:srgbClr val="666666"/>
              </a:solidFill>
              <a:latin typeface="Roboto"/>
              <a:ea typeface="Roboto"/>
              <a:cs typeface="Roboto"/>
              <a:sym typeface="Roboto"/>
            </a:endParaRPr>
          </a:p>
          <a:p>
            <a:pPr indent="0" lvl="0" marL="914400" rtl="0" algn="l">
              <a:lnSpc>
                <a:spcPct val="120000"/>
              </a:lnSpc>
              <a:spcBef>
                <a:spcPts val="4500"/>
              </a:spcBef>
              <a:spcAft>
                <a:spcPts val="2300"/>
              </a:spcAft>
              <a:buNone/>
            </a:pPr>
            <a:r>
              <a:t/>
            </a:r>
            <a:endParaRPr sz="1350">
              <a:solidFill>
                <a:srgbClr val="666666"/>
              </a:solidFill>
              <a:latin typeface="Roboto"/>
              <a:ea typeface="Roboto"/>
              <a:cs typeface="Roboto"/>
              <a:sym typeface="Roboto"/>
            </a:endParaRPr>
          </a:p>
        </p:txBody>
      </p:sp>
      <p:sp>
        <p:nvSpPr>
          <p:cNvPr id="225" name="Google Shape;225;g33c9a65b041_1_13"/>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3c9a65b041_1_25"/>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232" name="Google Shape;232;g33c9a65b041_1_25"/>
          <p:cNvSpPr txBox="1"/>
          <p:nvPr>
            <p:ph idx="1" type="body"/>
          </p:nvPr>
        </p:nvSpPr>
        <p:spPr>
          <a:xfrm>
            <a:off x="457200" y="1028700"/>
            <a:ext cx="75810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#10: Authentication and Access Control</a:t>
            </a:r>
            <a:endParaRPr sz="1900">
              <a:latin typeface="Roboto"/>
              <a:ea typeface="Roboto"/>
              <a:cs typeface="Roboto"/>
              <a:sym typeface="Roboto"/>
            </a:endParaRPr>
          </a:p>
          <a:p>
            <a:pPr indent="-323850" lvl="1" marL="914400" rtl="0" algn="l">
              <a:lnSpc>
                <a:spcPct val="120000"/>
              </a:lnSpc>
              <a:spcBef>
                <a:spcPts val="0"/>
              </a:spcBef>
              <a:spcAft>
                <a:spcPts val="0"/>
              </a:spcAft>
              <a:buSzPts val="1500"/>
              <a:buFont typeface="Roboto"/>
              <a:buChar char="○"/>
            </a:pPr>
            <a:r>
              <a:rPr lang="en-US" sz="1350">
                <a:solidFill>
                  <a:srgbClr val="666666"/>
                </a:solidFill>
                <a:latin typeface="Roboto"/>
                <a:ea typeface="Roboto"/>
                <a:cs typeface="Roboto"/>
                <a:sym typeface="Roboto"/>
              </a:rPr>
              <a:t>Controlling access to a system through user authentication is one of the most basic principles to prevent data misuse and promote information security.</a:t>
            </a:r>
            <a:endParaRPr sz="1350">
              <a:solidFill>
                <a:srgbClr val="666666"/>
              </a:solidFill>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t/>
            </a:r>
            <a:endParaRPr sz="1350">
              <a:solidFill>
                <a:srgbClr val="666666"/>
              </a:solidFill>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t/>
            </a:r>
            <a:endParaRPr sz="1350">
              <a:solidFill>
                <a:srgbClr val="666666"/>
              </a:solidFill>
              <a:latin typeface="Roboto"/>
              <a:ea typeface="Roboto"/>
              <a:cs typeface="Roboto"/>
              <a:sym typeface="Roboto"/>
            </a:endParaRPr>
          </a:p>
        </p:txBody>
      </p:sp>
      <p:sp>
        <p:nvSpPr>
          <p:cNvPr id="233" name="Google Shape;233;g33c9a65b041_1_25"/>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4" name="Google Shape;234;g33c9a65b041_1_25"/>
          <p:cNvPicPr preferRelativeResize="0"/>
          <p:nvPr/>
        </p:nvPicPr>
        <p:blipFill>
          <a:blip r:embed="rId3">
            <a:alphaModFix/>
          </a:blip>
          <a:stretch>
            <a:fillRect/>
          </a:stretch>
        </p:blipFill>
        <p:spPr>
          <a:xfrm>
            <a:off x="0" y="1955868"/>
            <a:ext cx="9144001" cy="3533614"/>
          </a:xfrm>
          <a:prstGeom prst="rect">
            <a:avLst/>
          </a:prstGeom>
          <a:noFill/>
          <a:ln>
            <a:noFill/>
          </a:ln>
        </p:spPr>
      </p:pic>
      <p:sp>
        <p:nvSpPr>
          <p:cNvPr id="235" name="Google Shape;235;g33c9a65b041_1_25"/>
          <p:cNvSpPr txBox="1"/>
          <p:nvPr/>
        </p:nvSpPr>
        <p:spPr>
          <a:xfrm>
            <a:off x="0" y="0"/>
            <a:ext cx="3000000" cy="3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50">
                <a:solidFill>
                  <a:srgbClr val="273239"/>
                </a:solidFill>
                <a:highlight>
                  <a:srgbClr val="FFFFFF"/>
                </a:highlight>
                <a:latin typeface="Nunito"/>
                <a:ea typeface="Nunito"/>
                <a:cs typeface="Nunito"/>
                <a:sym typeface="Nunito"/>
              </a:rPr>
              <a:t>data lakes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3c9a65b041_2_5"/>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242" name="Google Shape;242;g33c9a65b041_2_5"/>
          <p:cNvSpPr txBox="1"/>
          <p:nvPr>
            <p:ph idx="1" type="body"/>
          </p:nvPr>
        </p:nvSpPr>
        <p:spPr>
          <a:xfrm>
            <a:off x="457200" y="1028700"/>
            <a:ext cx="75810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#11: Conceal Sensitive Information</a:t>
            </a:r>
            <a:endParaRPr sz="1900">
              <a:latin typeface="Roboto"/>
              <a:ea typeface="Roboto"/>
              <a:cs typeface="Roboto"/>
              <a:sym typeface="Roboto"/>
            </a:endParaRPr>
          </a:p>
          <a:p>
            <a:pPr indent="-323850" lvl="1" marL="914400" rtl="0" algn="l">
              <a:lnSpc>
                <a:spcPct val="120000"/>
              </a:lnSpc>
              <a:spcBef>
                <a:spcPts val="0"/>
              </a:spcBef>
              <a:spcAft>
                <a:spcPts val="0"/>
              </a:spcAft>
              <a:buSzPts val="1500"/>
              <a:buFont typeface="Roboto"/>
              <a:buChar char="○"/>
            </a:pPr>
            <a:r>
              <a:rPr lang="en-US" sz="1350">
                <a:solidFill>
                  <a:srgbClr val="666666"/>
                </a:solidFill>
                <a:latin typeface="Roboto"/>
                <a:ea typeface="Roboto"/>
                <a:cs typeface="Roboto"/>
                <a:sym typeface="Roboto"/>
              </a:rPr>
              <a:t>Every database must be prepared to resist hacking and attempts to access data by unauthorized users.</a:t>
            </a:r>
            <a:endParaRPr sz="1350">
              <a:solidFill>
                <a:srgbClr val="666666"/>
              </a:solidFill>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Provide columns that support encrypted or hashed data.</a:t>
            </a:r>
            <a:endParaRPr sz="1350">
              <a:solidFill>
                <a:srgbClr val="666666"/>
              </a:solidFill>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Don’t Store Authentication Keys</a:t>
            </a:r>
            <a:endParaRPr sz="1350">
              <a:solidFill>
                <a:srgbClr val="666666"/>
              </a:solidFill>
              <a:latin typeface="Roboto"/>
              <a:ea typeface="Roboto"/>
              <a:cs typeface="Roboto"/>
              <a:sym typeface="Roboto"/>
            </a:endParaRPr>
          </a:p>
          <a:p>
            <a:pPr indent="-314325" lvl="1" marL="914400" rtl="0" algn="l">
              <a:lnSpc>
                <a:spcPct val="120000"/>
              </a:lnSpc>
              <a:spcBef>
                <a:spcPts val="0"/>
              </a:spcBef>
              <a:spcAft>
                <a:spcPts val="0"/>
              </a:spcAft>
              <a:buClr>
                <a:srgbClr val="666666"/>
              </a:buClr>
              <a:buSzPts val="1350"/>
              <a:buFont typeface="Roboto"/>
              <a:buChar char="○"/>
            </a:pPr>
            <a:r>
              <a:rPr lang="en-US" sz="1350">
                <a:solidFill>
                  <a:srgbClr val="666666"/>
                </a:solidFill>
                <a:latin typeface="Roboto"/>
                <a:ea typeface="Roboto"/>
                <a:cs typeface="Roboto"/>
                <a:sym typeface="Roboto"/>
              </a:rPr>
              <a:t>Salted Password Hashing</a:t>
            </a:r>
            <a:endParaRPr sz="1350">
              <a:solidFill>
                <a:srgbClr val="666666"/>
              </a:solidFill>
              <a:latin typeface="Roboto"/>
              <a:ea typeface="Roboto"/>
              <a:cs typeface="Roboto"/>
              <a:sym typeface="Roboto"/>
            </a:endParaRPr>
          </a:p>
          <a:p>
            <a:pPr indent="0" lvl="0" marL="914400" rtl="0" algn="l">
              <a:lnSpc>
                <a:spcPct val="120000"/>
              </a:lnSpc>
              <a:spcBef>
                <a:spcPts val="4500"/>
              </a:spcBef>
              <a:spcAft>
                <a:spcPts val="2300"/>
              </a:spcAft>
              <a:buNone/>
            </a:pPr>
            <a:r>
              <a:t/>
            </a:r>
            <a:endParaRPr sz="1350">
              <a:solidFill>
                <a:srgbClr val="666666"/>
              </a:solidFill>
              <a:latin typeface="Roboto"/>
              <a:ea typeface="Roboto"/>
              <a:cs typeface="Roboto"/>
              <a:sym typeface="Roboto"/>
            </a:endParaRPr>
          </a:p>
        </p:txBody>
      </p:sp>
      <p:sp>
        <p:nvSpPr>
          <p:cNvPr id="243" name="Google Shape;243;g33c9a65b041_2_5"/>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44" name="Google Shape;244;g33c9a65b041_2_5"/>
          <p:cNvPicPr preferRelativeResize="0"/>
          <p:nvPr/>
        </p:nvPicPr>
        <p:blipFill>
          <a:blip r:embed="rId3">
            <a:alphaModFix/>
          </a:blip>
          <a:stretch>
            <a:fillRect/>
          </a:stretch>
        </p:blipFill>
        <p:spPr>
          <a:xfrm>
            <a:off x="1521774" y="2789549"/>
            <a:ext cx="6100449" cy="2101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3c9a65b041_1_40"/>
          <p:cNvSpPr txBox="1"/>
          <p:nvPr>
            <p:ph type="title"/>
          </p:nvPr>
        </p:nvSpPr>
        <p:spPr>
          <a:xfrm>
            <a:off x="1447800" y="154781"/>
            <a:ext cx="6858000" cy="40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Database Design Best Practices</a:t>
            </a:r>
            <a:endParaRPr/>
          </a:p>
        </p:txBody>
      </p:sp>
      <p:sp>
        <p:nvSpPr>
          <p:cNvPr id="251" name="Google Shape;251;g33c9a65b041_1_40"/>
          <p:cNvSpPr txBox="1"/>
          <p:nvPr>
            <p:ph idx="1" type="body"/>
          </p:nvPr>
        </p:nvSpPr>
        <p:spPr>
          <a:xfrm>
            <a:off x="457200" y="1028700"/>
            <a:ext cx="8136000" cy="3769500"/>
          </a:xfrm>
          <a:prstGeom prst="rect">
            <a:avLst/>
          </a:prstGeom>
        </p:spPr>
        <p:txBody>
          <a:bodyPr anchorCtr="0" anchor="t" bIns="45700" lIns="91425" spcFirstLastPara="1" rIns="91425" wrap="square" tIns="45700">
            <a:noAutofit/>
          </a:bodyPr>
          <a:lstStyle/>
          <a:p>
            <a:pPr indent="-342900" lvl="0" marL="457200" rtl="0" algn="l">
              <a:lnSpc>
                <a:spcPct val="120000"/>
              </a:lnSpc>
              <a:spcBef>
                <a:spcPts val="4500"/>
              </a:spcBef>
              <a:spcAft>
                <a:spcPts val="0"/>
              </a:spcAft>
              <a:buSzPts val="1800"/>
              <a:buChar char="●"/>
            </a:pPr>
            <a:r>
              <a:rPr lang="en-US" sz="1900">
                <a:latin typeface="Roboto"/>
                <a:ea typeface="Roboto"/>
                <a:cs typeface="Roboto"/>
                <a:sym typeface="Roboto"/>
              </a:rPr>
              <a:t>#12: </a:t>
            </a:r>
            <a:r>
              <a:rPr lang="en-US" sz="1900">
                <a:latin typeface="Roboto"/>
                <a:ea typeface="Roboto"/>
                <a:cs typeface="Roboto"/>
                <a:sym typeface="Roboto"/>
              </a:rPr>
              <a:t>Something else?</a:t>
            </a:r>
            <a:endParaRPr sz="1900">
              <a:latin typeface="Roboto"/>
              <a:ea typeface="Roboto"/>
              <a:cs typeface="Roboto"/>
              <a:sym typeface="Roboto"/>
            </a:endParaRPr>
          </a:p>
          <a:p>
            <a:pPr indent="-314325" lvl="1" marL="914400" rtl="0" algn="l">
              <a:lnSpc>
                <a:spcPct val="120000"/>
              </a:lnSpc>
              <a:spcBef>
                <a:spcPts val="0"/>
              </a:spcBef>
              <a:spcAft>
                <a:spcPts val="0"/>
              </a:spcAft>
              <a:buClr>
                <a:srgbClr val="000000"/>
              </a:buClr>
              <a:buSzPts val="1350"/>
              <a:buFont typeface="Roboto"/>
              <a:buChar char="○"/>
            </a:pPr>
            <a:r>
              <a:rPr lang="en-US" sz="1350">
                <a:highlight>
                  <a:srgbClr val="FFFFFF"/>
                </a:highlight>
              </a:rPr>
              <a:t>Backup and Recovery</a:t>
            </a:r>
            <a:endParaRPr sz="1350">
              <a:highlight>
                <a:srgbClr val="FFFFFF"/>
              </a:highlight>
            </a:endParaRPr>
          </a:p>
          <a:p>
            <a:pPr indent="-314325" lvl="2" marL="1371600" rtl="0" algn="l">
              <a:lnSpc>
                <a:spcPct val="120000"/>
              </a:lnSpc>
              <a:spcBef>
                <a:spcPts val="0"/>
              </a:spcBef>
              <a:spcAft>
                <a:spcPts val="0"/>
              </a:spcAft>
              <a:buClr>
                <a:srgbClr val="000000"/>
              </a:buClr>
              <a:buSzPts val="1350"/>
              <a:buChar char="■"/>
            </a:pPr>
            <a:r>
              <a:rPr lang="en-US" sz="1050">
                <a:highlight>
                  <a:srgbClr val="FFFFFF"/>
                </a:highlight>
              </a:rPr>
              <a:t>Strategies to ensure data can be restored in case of loss.</a:t>
            </a:r>
            <a:endParaRPr sz="1050">
              <a:highlight>
                <a:srgbClr val="FFFFFF"/>
              </a:highlight>
            </a:endParaRPr>
          </a:p>
          <a:p>
            <a:pPr indent="-295275" lvl="3" marL="1828800" rtl="0" algn="l">
              <a:lnSpc>
                <a:spcPct val="120000"/>
              </a:lnSpc>
              <a:spcBef>
                <a:spcPts val="0"/>
              </a:spcBef>
              <a:spcAft>
                <a:spcPts val="0"/>
              </a:spcAft>
              <a:buClr>
                <a:srgbClr val="000000"/>
              </a:buClr>
              <a:buSzPts val="1050"/>
              <a:buChar char="●"/>
            </a:pPr>
            <a:r>
              <a:rPr lang="en-US" sz="1050">
                <a:highlight>
                  <a:srgbClr val="FFFFFF"/>
                </a:highlight>
              </a:rPr>
              <a:t>Ex: employs automated daily backups and provides options for manual backup to safeguard customer data against corruption or accidental deletion.</a:t>
            </a:r>
            <a:endParaRPr sz="1050">
              <a:highlight>
                <a:srgbClr val="FFFFFF"/>
              </a:highlight>
            </a:endParaRPr>
          </a:p>
          <a:p>
            <a:pPr indent="-295275" lvl="1" marL="914400" rtl="0" algn="l">
              <a:lnSpc>
                <a:spcPct val="120000"/>
              </a:lnSpc>
              <a:spcBef>
                <a:spcPts val="0"/>
              </a:spcBef>
              <a:spcAft>
                <a:spcPts val="0"/>
              </a:spcAft>
              <a:buClr>
                <a:srgbClr val="000000"/>
              </a:buClr>
              <a:buSzPts val="1050"/>
              <a:buChar char="○"/>
            </a:pPr>
            <a:r>
              <a:rPr lang="en-US" sz="1050">
                <a:highlight>
                  <a:srgbClr val="FFFFFF"/>
                </a:highlight>
              </a:rPr>
              <a:t>Query Optimization ?</a:t>
            </a:r>
            <a:endParaRPr sz="1050">
              <a:highlight>
                <a:srgbClr val="FFFFFF"/>
              </a:highlight>
            </a:endParaRPr>
          </a:p>
          <a:p>
            <a:pPr indent="-295275" lvl="2" marL="1371600" rtl="0" algn="l">
              <a:lnSpc>
                <a:spcPct val="120000"/>
              </a:lnSpc>
              <a:spcBef>
                <a:spcPts val="0"/>
              </a:spcBef>
              <a:spcAft>
                <a:spcPts val="0"/>
              </a:spcAft>
              <a:buClr>
                <a:srgbClr val="000000"/>
              </a:buClr>
              <a:buSzPts val="1050"/>
              <a:buChar char="■"/>
            </a:pPr>
            <a:r>
              <a:rPr lang="en-US" sz="1050">
                <a:highlight>
                  <a:srgbClr val="FFFFFF"/>
                </a:highlight>
              </a:rPr>
              <a:t>Techniques to improve the efficiency of database queries?</a:t>
            </a:r>
            <a:endParaRPr sz="1050">
              <a:highlight>
                <a:srgbClr val="FFFFFF"/>
              </a:highlight>
            </a:endParaRPr>
          </a:p>
          <a:p>
            <a:pPr indent="-295275" lvl="1" marL="914400" rtl="0" algn="l">
              <a:lnSpc>
                <a:spcPct val="120000"/>
              </a:lnSpc>
              <a:spcBef>
                <a:spcPts val="0"/>
              </a:spcBef>
              <a:spcAft>
                <a:spcPts val="0"/>
              </a:spcAft>
              <a:buClr>
                <a:srgbClr val="000000"/>
              </a:buClr>
              <a:buSzPts val="1050"/>
              <a:buChar char="○"/>
            </a:pPr>
            <a:r>
              <a:rPr lang="en-US" sz="1050">
                <a:highlight>
                  <a:srgbClr val="FFFFFF"/>
                </a:highlight>
              </a:rPr>
              <a:t>Database Documentation</a:t>
            </a:r>
            <a:endParaRPr sz="1050">
              <a:highlight>
                <a:srgbClr val="FFFFFF"/>
              </a:highlight>
            </a:endParaRPr>
          </a:p>
          <a:p>
            <a:pPr indent="-295275" lvl="2" marL="1371600" rtl="0" algn="l">
              <a:lnSpc>
                <a:spcPct val="120000"/>
              </a:lnSpc>
              <a:spcBef>
                <a:spcPts val="0"/>
              </a:spcBef>
              <a:spcAft>
                <a:spcPts val="0"/>
              </a:spcAft>
              <a:buClr>
                <a:srgbClr val="000000"/>
              </a:buClr>
              <a:buSzPts val="1050"/>
              <a:buChar char="■"/>
            </a:pPr>
            <a:r>
              <a:rPr lang="en-US" sz="1050">
                <a:highlight>
                  <a:srgbClr val="FFFFFF"/>
                </a:highlight>
              </a:rPr>
              <a:t>Comprehensive documentation of the database structure, design, and usage.</a:t>
            </a:r>
            <a:endParaRPr sz="1050">
              <a:highlight>
                <a:srgbClr val="FFFFFF"/>
              </a:highlight>
            </a:endParaRPr>
          </a:p>
          <a:p>
            <a:pPr indent="-295275" lvl="2" marL="1371600" rtl="0" algn="l">
              <a:lnSpc>
                <a:spcPct val="120000"/>
              </a:lnSpc>
              <a:spcBef>
                <a:spcPts val="0"/>
              </a:spcBef>
              <a:spcAft>
                <a:spcPts val="0"/>
              </a:spcAft>
              <a:buClr>
                <a:srgbClr val="000000"/>
              </a:buClr>
              <a:buSzPts val="1050"/>
              <a:buChar char="■"/>
            </a:pPr>
            <a:r>
              <a:rPr lang="en-US" sz="1050">
                <a:highlight>
                  <a:srgbClr val="FFFFFF"/>
                </a:highlight>
              </a:rPr>
              <a:t>This aids both current and future developers in understanding the database design.</a:t>
            </a:r>
            <a:endParaRPr sz="1050">
              <a:highlight>
                <a:srgbClr val="FFFFFF"/>
              </a:highlight>
            </a:endParaRPr>
          </a:p>
          <a:p>
            <a:pPr indent="-295275" lvl="1" marL="914400" rtl="0" algn="l">
              <a:lnSpc>
                <a:spcPct val="120000"/>
              </a:lnSpc>
              <a:spcBef>
                <a:spcPts val="0"/>
              </a:spcBef>
              <a:spcAft>
                <a:spcPts val="0"/>
              </a:spcAft>
              <a:buClr>
                <a:srgbClr val="000000"/>
              </a:buClr>
              <a:buSzPts val="1050"/>
              <a:buChar char="○"/>
            </a:pPr>
            <a:r>
              <a:rPr lang="en-US" sz="1050">
                <a:highlight>
                  <a:srgbClr val="FFFFFF"/>
                </a:highlight>
              </a:rPr>
              <a:t>Scalability</a:t>
            </a:r>
            <a:endParaRPr sz="1050">
              <a:highlight>
                <a:srgbClr val="FFFFFF"/>
              </a:highlight>
            </a:endParaRPr>
          </a:p>
          <a:p>
            <a:pPr indent="-295275" lvl="2" marL="1371600" rtl="0" algn="l">
              <a:lnSpc>
                <a:spcPct val="120000"/>
              </a:lnSpc>
              <a:spcBef>
                <a:spcPts val="0"/>
              </a:spcBef>
              <a:spcAft>
                <a:spcPts val="0"/>
              </a:spcAft>
              <a:buClr>
                <a:srgbClr val="000000"/>
              </a:buClr>
              <a:buSzPts val="1050"/>
              <a:buChar char="■"/>
            </a:pPr>
            <a:r>
              <a:rPr lang="en-US" sz="1050">
                <a:highlight>
                  <a:srgbClr val="FFFFFF"/>
                </a:highlight>
              </a:rPr>
              <a:t>The ability of a database to handle growth in data and concurrent users.</a:t>
            </a:r>
            <a:endParaRPr sz="1050">
              <a:highlight>
                <a:srgbClr val="FFFFFF"/>
              </a:highlight>
            </a:endParaRPr>
          </a:p>
          <a:p>
            <a:pPr indent="-295275" lvl="2" marL="1371600" rtl="0" algn="l">
              <a:lnSpc>
                <a:spcPct val="120000"/>
              </a:lnSpc>
              <a:spcBef>
                <a:spcPts val="0"/>
              </a:spcBef>
              <a:spcAft>
                <a:spcPts val="0"/>
              </a:spcAft>
              <a:buClr>
                <a:srgbClr val="000000"/>
              </a:buClr>
              <a:buSzPts val="1050"/>
              <a:buChar char="■"/>
            </a:pPr>
            <a:r>
              <a:rPr lang="en-US" sz="1050">
                <a:highlight>
                  <a:srgbClr val="FFFFFF"/>
                </a:highlight>
              </a:rPr>
              <a:t>Ex: Netflix’s database architecture is designed to scale horizontally.</a:t>
            </a:r>
            <a:endParaRPr sz="1050">
              <a:highlight>
                <a:srgbClr val="FFFFFF"/>
              </a:highlight>
            </a:endParaRPr>
          </a:p>
          <a:p>
            <a:pPr indent="-295275" lvl="3" marL="1828800" rtl="0" algn="l">
              <a:lnSpc>
                <a:spcPct val="120000"/>
              </a:lnSpc>
              <a:spcBef>
                <a:spcPts val="0"/>
              </a:spcBef>
              <a:spcAft>
                <a:spcPts val="0"/>
              </a:spcAft>
              <a:buClr>
                <a:srgbClr val="000000"/>
              </a:buClr>
              <a:buSzPts val="1050"/>
              <a:buChar char="●"/>
            </a:pPr>
            <a:r>
              <a:rPr lang="en-US" sz="1050">
                <a:highlight>
                  <a:srgbClr val="FFFFFF"/>
                </a:highlight>
              </a:rPr>
              <a:t>It uses microservices and databases like Cassandra that allow easy addition of nodes.</a:t>
            </a:r>
            <a:endParaRPr sz="1050">
              <a:highlight>
                <a:srgbClr val="FFFFFF"/>
              </a:highlight>
            </a:endParaRPr>
          </a:p>
        </p:txBody>
      </p:sp>
      <p:sp>
        <p:nvSpPr>
          <p:cNvPr id="252" name="Google Shape;252;g33c9a65b041_1_40"/>
          <p:cNvSpPr txBox="1"/>
          <p:nvPr>
            <p:ph idx="12" type="sldNum"/>
          </p:nvPr>
        </p:nvSpPr>
        <p:spPr>
          <a:xfrm>
            <a:off x="6553200" y="4891088"/>
            <a:ext cx="2133600" cy="183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3c9a65b041_1_97"/>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400"/>
              <a:buNone/>
            </a:pPr>
            <a:fld id="{00000000-1234-1234-1234-123412341234}" type="slidenum">
              <a:rPr lang="en-US" sz="1400">
                <a:solidFill>
                  <a:schemeClr val="accent1"/>
                </a:solidFill>
                <a:latin typeface="Arial"/>
                <a:ea typeface="Arial"/>
                <a:cs typeface="Arial"/>
                <a:sym typeface="Arial"/>
              </a:rPr>
              <a:t>‹#›</a:t>
            </a:fld>
            <a:endParaRPr sz="1400">
              <a:solidFill>
                <a:schemeClr val="accent1"/>
              </a:solidFill>
              <a:latin typeface="Arial"/>
              <a:ea typeface="Arial"/>
              <a:cs typeface="Arial"/>
              <a:sym typeface="Arial"/>
            </a:endParaRPr>
          </a:p>
        </p:txBody>
      </p:sp>
      <p:sp>
        <p:nvSpPr>
          <p:cNvPr id="258" name="Google Shape;258;g33c9a65b041_1_97"/>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Content</a:t>
            </a:r>
            <a:endParaRPr/>
          </a:p>
        </p:txBody>
      </p:sp>
      <p:sp>
        <p:nvSpPr>
          <p:cNvPr id="259" name="Google Shape;259;g33c9a65b041_1_97"/>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1F2328"/>
              </a:buClr>
              <a:buSzPts val="2400"/>
              <a:buChar char="❖"/>
            </a:pPr>
            <a:r>
              <a:rPr lang="en-US">
                <a:solidFill>
                  <a:srgbClr val="1F2328"/>
                </a:solidFill>
              </a:rPr>
              <a:t>Database Design Best Practices</a:t>
            </a:r>
            <a:endParaRPr>
              <a:solidFill>
                <a:srgbClr val="1F2328"/>
              </a:solidFill>
            </a:endParaRPr>
          </a:p>
          <a:p>
            <a:pPr indent="-304800" lvl="0" marL="342900" rtl="0" algn="l">
              <a:lnSpc>
                <a:spcPct val="100000"/>
              </a:lnSpc>
              <a:spcBef>
                <a:spcPts val="0"/>
              </a:spcBef>
              <a:spcAft>
                <a:spcPts val="0"/>
              </a:spcAft>
              <a:buClr>
                <a:srgbClr val="1F2328"/>
              </a:buClr>
              <a:buSzPts val="1800"/>
              <a:buChar char="❖"/>
            </a:pPr>
            <a:r>
              <a:rPr lang="en-US">
                <a:solidFill>
                  <a:srgbClr val="1F2328"/>
                </a:solidFill>
              </a:rPr>
              <a:t>NoSQL</a:t>
            </a:r>
            <a:endParaRPr>
              <a:solidFill>
                <a:srgbClr val="1F2328"/>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3c9a65b041_1_103"/>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400"/>
              <a:buNone/>
            </a:pPr>
            <a:fld id="{00000000-1234-1234-1234-123412341234}" type="slidenum">
              <a:rPr lang="en-US" sz="1400">
                <a:solidFill>
                  <a:schemeClr val="accent1"/>
                </a:solidFill>
                <a:latin typeface="Arial"/>
                <a:ea typeface="Arial"/>
                <a:cs typeface="Arial"/>
                <a:sym typeface="Arial"/>
              </a:rPr>
              <a:t>‹#›</a:t>
            </a:fld>
            <a:endParaRPr sz="1400">
              <a:solidFill>
                <a:schemeClr val="accent1"/>
              </a:solidFill>
              <a:latin typeface="Arial"/>
              <a:ea typeface="Arial"/>
              <a:cs typeface="Arial"/>
              <a:sym typeface="Arial"/>
            </a:endParaRPr>
          </a:p>
        </p:txBody>
      </p:sp>
      <p:sp>
        <p:nvSpPr>
          <p:cNvPr id="265" name="Google Shape;265;g33c9a65b041_1_103"/>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NoSQL</a:t>
            </a:r>
            <a:endParaRPr/>
          </a:p>
        </p:txBody>
      </p:sp>
      <p:sp>
        <p:nvSpPr>
          <p:cNvPr id="266" name="Google Shape;266;g33c9a65b041_1_103"/>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1F2328"/>
              </a:buClr>
              <a:buSzPts val="2400"/>
              <a:buChar char="❖"/>
            </a:pPr>
            <a:r>
              <a:rPr lang="en-US" u="sng">
                <a:solidFill>
                  <a:schemeClr val="hlink"/>
                </a:solidFill>
                <a:hlinkClick r:id="rId3"/>
              </a:rPr>
              <a:t>https://drive.google.com/file/d/1TiBRciLgoaSxewpYwNgo2rTQ6G6yZ5OY/view?usp=sharing</a:t>
            </a:r>
            <a:endParaRPr>
              <a:solidFill>
                <a:srgbClr val="1F2328"/>
              </a:solidFill>
            </a:endParaRPr>
          </a:p>
          <a:p>
            <a:pPr indent="-304800" lvl="0" marL="342900" rtl="0" algn="l">
              <a:lnSpc>
                <a:spcPct val="100000"/>
              </a:lnSpc>
              <a:spcBef>
                <a:spcPts val="0"/>
              </a:spcBef>
              <a:spcAft>
                <a:spcPts val="0"/>
              </a:spcAft>
              <a:buClr>
                <a:srgbClr val="1F2328"/>
              </a:buClr>
              <a:buSzPts val="1800"/>
              <a:buChar char="❖"/>
            </a:pPr>
            <a:r>
              <a:t/>
            </a:r>
            <a:endParaRPr>
              <a:solidFill>
                <a:srgbClr val="1F2328"/>
              </a:solidFill>
            </a:endParaRPr>
          </a:p>
          <a:p>
            <a:pPr indent="-304800" lvl="0" marL="342900" rtl="0" algn="l">
              <a:lnSpc>
                <a:spcPct val="100000"/>
              </a:lnSpc>
              <a:spcBef>
                <a:spcPts val="0"/>
              </a:spcBef>
              <a:spcAft>
                <a:spcPts val="0"/>
              </a:spcAft>
              <a:buClr>
                <a:srgbClr val="1F2328"/>
              </a:buClr>
              <a:buSzPts val="1800"/>
              <a:buChar char="❖"/>
            </a:pPr>
            <a:r>
              <a:rPr lang="en-US" u="sng">
                <a:solidFill>
                  <a:schemeClr val="hlink"/>
                </a:solidFill>
                <a:hlinkClick r:id="rId4"/>
              </a:rPr>
              <a:t>https://www.mongodb.com/docs/manual/tutorial/model-embedded-many-to-many-relationships-between-documents/</a:t>
            </a:r>
            <a:endParaRPr>
              <a:solidFill>
                <a:srgbClr val="1F2328"/>
              </a:solidFill>
            </a:endParaRPr>
          </a:p>
          <a:p>
            <a:pPr indent="-304800" lvl="0" marL="342900" rtl="0" algn="l">
              <a:lnSpc>
                <a:spcPct val="100000"/>
              </a:lnSpc>
              <a:spcBef>
                <a:spcPts val="0"/>
              </a:spcBef>
              <a:spcAft>
                <a:spcPts val="0"/>
              </a:spcAft>
              <a:buClr>
                <a:srgbClr val="1F2328"/>
              </a:buClr>
              <a:buSzPts val="1800"/>
              <a:buChar char="❖"/>
            </a:pPr>
            <a:r>
              <a:rPr lang="en-US" u="sng">
                <a:solidFill>
                  <a:schemeClr val="hlink"/>
                </a:solidFill>
                <a:hlinkClick r:id="rId5"/>
              </a:rPr>
              <a:t>https://www.geeksforgeeks.org/difference-between-sql-and-nosql/</a:t>
            </a:r>
            <a:endParaRPr>
              <a:solidFill>
                <a:srgbClr val="1F2328"/>
              </a:solidFill>
            </a:endParaRPr>
          </a:p>
          <a:p>
            <a:pPr indent="-304800" lvl="0" marL="342900" rtl="0" algn="l">
              <a:lnSpc>
                <a:spcPct val="100000"/>
              </a:lnSpc>
              <a:spcBef>
                <a:spcPts val="0"/>
              </a:spcBef>
              <a:spcAft>
                <a:spcPts val="0"/>
              </a:spcAft>
              <a:buClr>
                <a:srgbClr val="1F2328"/>
              </a:buClr>
              <a:buSzPts val="1800"/>
              <a:buChar char="❖"/>
            </a:pPr>
            <a:r>
              <a:t/>
            </a:r>
            <a:endParaRPr>
              <a:solidFill>
                <a:srgbClr val="1F2328"/>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1_ms01_1">
  <a:themeElements>
    <a:clrScheme name="1_ms01_1 1">
      <a:dk1>
        <a:srgbClr val="1A1A70"/>
      </a:dk1>
      <a:lt1>
        <a:srgbClr val="FFFFFF"/>
      </a:lt1>
      <a:dk2>
        <a:srgbClr val="12449E"/>
      </a:dk2>
      <a:lt2>
        <a:srgbClr val="C0C0C0"/>
      </a:lt2>
      <a:accent1>
        <a:srgbClr val="3167D3"/>
      </a:accent1>
      <a:accent2>
        <a:srgbClr val="87A3E9"/>
      </a:accent2>
      <a:accent3>
        <a:srgbClr val="FFFFFF"/>
      </a:accent3>
      <a:accent4>
        <a:srgbClr val="14145F"/>
      </a:accent4>
      <a:accent5>
        <a:srgbClr val="ADB8E6"/>
      </a:accent5>
      <a:accent6>
        <a:srgbClr val="7A93D3"/>
      </a:accent6>
      <a:hlink>
        <a:srgbClr val="90B54D"/>
      </a:hlink>
      <a:folHlink>
        <a:srgbClr val="F6A23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2006-05-28T09:28:45Z</dcterms:created>
  <dc:creator>Tran Minh Triet</dc:creator>
</cp:coreProperties>
</file>