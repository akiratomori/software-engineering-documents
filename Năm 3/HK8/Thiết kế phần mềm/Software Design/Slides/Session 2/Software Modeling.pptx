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5b83bc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5b83bc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geeksforgeeks.org/system-design/unified-modeling-language-uml-introduction/" TargetMode="External"/><Relationship Id="rId4" Type="http://schemas.openxmlformats.org/officeDocument/2006/relationships/hyperlink" Target="https://www.uml-diagrams.org/" TargetMode="External"/><Relationship Id="rId5" Type="http://schemas.openxmlformats.org/officeDocument/2006/relationships/hyperlink" Target="https://c4model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Modeling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206226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Overview of UML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17741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Char char="•"/>
            </a:pPr>
            <a:r>
              <a:rPr lang="en" sz="18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https://www.geeksforgeeks.org/system-design/unified-modeling-language-uml-introduction/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17741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Char char="•"/>
            </a:pPr>
            <a:r>
              <a:rPr lang="en" sz="18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4"/>
              </a:rPr>
              <a:t>https://www.uml-diagrams.org/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6226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Important Diagrams: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8712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Use Case</a:t>
            </a: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Diagram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8712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Sequence Diagram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8712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Class Diagram  + Package Diagram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8712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Component Diagram 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8712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Deployment Diagram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06226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e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C4 Model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217741" lvl="2" marL="73152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Char char="•"/>
            </a:pPr>
            <a:r>
              <a:rPr lang="en" sz="1800" u="sng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5"/>
              </a:rPr>
              <a:t>https://c4model.com/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