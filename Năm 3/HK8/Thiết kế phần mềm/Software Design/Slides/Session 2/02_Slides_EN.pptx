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Design Principles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https://nndkhoa.github.io/software-design-docs/D02/slides-en.html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