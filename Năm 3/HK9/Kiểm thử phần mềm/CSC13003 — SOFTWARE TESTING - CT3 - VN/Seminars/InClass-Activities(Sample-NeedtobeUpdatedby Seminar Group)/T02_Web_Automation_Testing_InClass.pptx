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56616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0" b="1" i="0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35661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Arial"/>
              </a:rPr>
              <a:t>Seminar In-Class
Activity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0"/>
            <a:ext cx="3566160" cy="7315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0" i="1">
                <a:solidFill>
                  <a:srgbClr val="FFFFFF"/>
                </a:solidFill>
                <a:latin typeface="Arial"/>
              </a:rPr>
              <a:t>2026 AI-First · CS423/CSC15003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73152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2E75B6"/>
                </a:solidFill>
                <a:latin typeface="Arial"/>
              </a:rPr>
              <a:t>FIT @ HCMUS · Department of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7315200" cy="1463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Arial"/>
              </a:rPr>
              <a:t>Web Automation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1">
                <a:solidFill>
                  <a:srgbClr val="202020"/>
                </a:solidFill>
                <a:latin typeface="Arial"/>
              </a:rPr>
              <a:t>End-to-end browser tests at speed — and the AI tools that promise to write them for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Arial"/>
              </a:rPr>
              <a:t>ACTIVITY: Locator Brawl — Hand-crafted vs AI-suggested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94360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Duration: ~25 minutes · For audience teams (3–4 SV)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T02 · Web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0">
                <a:solidFill>
                  <a:srgbClr val="202020"/>
                </a:solidFill>
                <a:latin typeface="Arial"/>
              </a:rPr>
              <a:t>Web automation is the most common test-automation activity in industry. You will compare two traditional frameworks (Playwright and Cypress) with the AI-augmented direction taken by tools such as Mabl, Testim, and GitHub Copilot. EShop has 22 functional requirements — many touch the browser. Pick three flows to automate and measure not just whether the tests pass, but how maintainable and flake-resistant they 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Ground Rules for Today's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113385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Work in your team of 3–4. One designated note-taker per team.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Read the worksheet first; ask the facilitator before guessing.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AI tools are allowed — but every output must be cross-checked manually.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At the end, each team submits ONE minute-paper for audience attendance credit.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2 · Why this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T02 · Web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What you (the audience) will leave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Learning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•  Install Playwright and run a parameterised test against the EShop frontend.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Add a 'self-healing locator' experiment using Testim trial OR a Copilot-suggested locator strategy.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Measure first-run vs 10th-run flakiness on a network-throttled environment.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Expected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AI locators favour short XPath/CSS but break on small DOM changes.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data-test-id attributes still win for long-term maintainability.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Self-healing reduces noise but can mask real defects — pair with visual diff.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3 ·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T02 · Web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Tool snapshot — traditional vs AI-augmented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1F4E79"/>
                </a:solidFill>
                <a:latin typeface="Arial"/>
              </a:rPr>
              <a:t>Playwright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Microsoft-backed, multi-browser, codegen, trace-viewer; great default.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Selenium 4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Industry standard; W3C WebDriver; widest ecosystem.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Cypress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DX-friendly, time-travel debugger; chrome-family focus.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AI-augmented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Arial"/>
              </a:rPr>
              <a:t>Mabl (free tier)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Auto-healing selectors + visual diff on EShop login flow.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Testim AI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Locator stabilisation via attribute-weight model.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GitHub Copilot / Cursor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Generate test scripts from a natural-language scenario — then audit, run, and refactor.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4 · Tool snapshot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T02 · Web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Activity: Locator Brawl — Hand-crafted vs AI-suggested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6459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1">
                <a:solidFill>
                  <a:srgbClr val="202020"/>
                </a:solidFill>
                <a:latin typeface="Arial"/>
              </a:rPr>
              <a:t>Audience teams race to write the same Add-to-Cart test two ways and compare results.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What you will need on your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1338560" cy="22860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EShop running locally (frontend + backend) OR ability to connect to the lecturer's stage env.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Your favourite text editor + a terminal.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An AI tool of your choice (ChatGPT/Claude/Gemini/Copilot/Cursor — free tier OK).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The Activity_Worksheet.md provided 3 days before this seminar.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5 · Activity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T02 · Web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 steps — keep tight to the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0:00–0:03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65960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Facilitator demos the target flow on EShop (login → add to cart → assert badge).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60904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60904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0:03–0:10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60904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Team A writes the test by hand in Playwright; Team B uses Copilot/Claude.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55848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55848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0:10–0:15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55848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Each team runs the test 3 times on a slow network and records failures.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50792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50792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0:15–0:20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050792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Teams compare locator stability and maintainability.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45736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45736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0:20–0:25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745736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Whole class agrees on a 'good locator' rubric.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6 · Activity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T02 · Web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Debrief prompts — discuss in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55448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What surprised you the most?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56032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56032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Where did the AI tool save you time vs add work?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56616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56616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Identify ONE failure mode you would prevent next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457200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57200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If you had 1 more hour, what would you investigate next?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1521440" cy="5486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C00000"/>
                </a:solidFill>
                <a:latin typeface="Arial"/>
              </a:rPr>
              <a:t>Each team writes ONE answer per prompt on the minute paper (handed in at end of class).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7 · Debrief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T02 · Web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Takeaways + further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3 things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66928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AI locators favour short XPath/CSS but break on small DOM changes.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data-test-id attributes still win for long-term maintainability.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Self-healing reduces noise but can mask real defects — pair with visual diff.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Further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30352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•  Playwright docs — Best Practices.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Bach, J. — 'Test Automation Snake-Oil' (1999) — re-read after AI hype.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Mabl blog — 'Self-healing tests: what they really do' (technical post).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Selenium 4 release notes — relative locators.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Submit minute-paper now · Thank you!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8 ·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