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56616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0" b="1" i="0">
                <a:solidFill>
                  <a:srgbClr val="FFFFFF"/>
                </a:solidFill>
                <a:latin typeface="Arial"/>
              </a:rPr>
              <a:t>T04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35661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Seminar In-Class
Activity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56616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Arial"/>
              </a:rPr>
              <a:t>2026 AI-First · CS423/CSC15003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315200" cy="1463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Arial"/>
              </a:rPr>
              <a:t>Desktop Automation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Legacy Windows clients still exist — and now image-based AI automates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Arial"/>
              </a:rPr>
              <a:t>ACTIVITY: DPI &amp; Theme Stress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Duration: ~25 minutes · For audience teams (3–4 SV)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T04 · Desktop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0">
                <a:solidFill>
                  <a:srgbClr val="202020"/>
                </a:solidFill>
                <a:latin typeface="Arial"/>
              </a:rPr>
              <a:t>Although EShop is web/mobile, your industry future may include desktop apps (admin tools, factory dashboards, legacy CRMs). This topic explores classical desktop automation — WinAppDriver, Pywinauto, TestComplete — and the rising image-based / AI-driven tooling (Eggplant AI, Robocorp AI, Microsoft Power Automate Desktop AI). Build a tiny desktop automation around a simple Windows app supplied by the lecturer (or an open-source alternative such as KeePass).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 Rules for Today's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3385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Work in your team of 3–4. One designated note-taker per team.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Read the worksheet first; ask the facilitator before guessing.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AI tools are allowed — but every output must be cross-checked manually.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At the end, each team submits ONE minute-paper for audience attendance credit.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T04 · Desktop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What you (the audience) will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•  Install WinAppDriver and a Pywinauto script.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Automate a simple workflow (e.g., add a record, save, verify).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Replicate the same workflow with image-based / OCR-based automation.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Expected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UI-tree automation usually wins on DPI but loses on bespoke / canvas-drawn UIs.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Image-based AI handles canvas UIs but needs anchor calibration.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Hybrid (UI tree as anchor, OCR for assertion) is often the strongest combo.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T04 · Desktop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Tool snapshot — traditional vs AI-augmented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1F4E79"/>
                </a:solidFill>
                <a:latin typeface="Arial"/>
              </a:rPr>
              <a:t>WinAppDriver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Microsoft's WebDriver port for Windows UWP/Win32; deprecated but still common.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Pywinauto (Python)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UIA-based; great for legacy Win32 apps.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TestComplete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Commercial; mature scripting; image + UI tree hybrid.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Eggplant AI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Model-based testing + image recognition.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Microsoft Power Automate Desktop (AI Builder)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Image + OCR + LLM steps; low-code.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Robocorp / Robot Framework AI extensions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Hybrid keyword + vision approach.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Tool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T04 · Desktop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Activity: DPI &amp; Theme Stress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645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1">
                <a:solidFill>
                  <a:srgbClr val="202020"/>
                </a:solidFill>
                <a:latin typeface="Arial"/>
              </a:rPr>
              <a:t>Audience teams predict which automation approach survives a DPI change — then watch the demo.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What you will need on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338560" cy="2286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EShop running locally (frontend + backend) OR ability to connect to the lecturer's stage env.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Your favourite text editor + a terminal.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An AI tool of your choice (ChatGPT/Claude/Gemini/Copilot/Cursor — free tier OK).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The Activity_Worksheet.md provided 3 days before this seminar.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Activity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T04 · Desktop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 steps — keep tight to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0:00–0:03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Vote on a wall: 'UI-tree' or 'Image-based' will fail first under DPI 200%.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0:03–0:10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runs both automation scripts at 100%, 150%, 200% DPI.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0:10–0:15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Audience teams record failures observed.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0792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50792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0:15–0:22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50792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Group discussion: failure modes (text shift, button repaint, anti-aliasing).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45736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0:22–0:25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45736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team writes one mitigation tactic.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Activity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T04 · Desktop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Debrief prompts — discuss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surprised you the most?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did the AI tool save you time vs add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Identify ONE failure mode you would prevent next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457200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If you had 1 more hour, what would you investigate next?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5214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C00000"/>
                </a:solidFill>
                <a:latin typeface="Arial"/>
              </a:rPr>
              <a:t>Each team writes ONE answer per prompt on the minute paper (handed in at end of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Debrief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T04 · Desktop Automation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Takeaways +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UI-tree automation usually wins on DPI but loses on bespoke / canvas-drawn UIs.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Image-based AI handles canvas UIs but needs anchor calibration.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Hybrid (UI tree as anchor, OCR for assertion) is often the strongest combo.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Further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Microsoft WinAppDriver documentation.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Pywinauto User Guide.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Eggplant — 'Model-Based Test Automation' whitepaper.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Submit minute-paper now ·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