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56616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0" b="1" i="0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35661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rial"/>
              </a:rPr>
              <a:t>Seminar In-Class
Activity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0"/>
            <a:ext cx="3566160" cy="731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0" i="1">
                <a:solidFill>
                  <a:srgbClr val="FFFFFF"/>
                </a:solidFill>
                <a:latin typeface="Arial"/>
              </a:rPr>
              <a:t>2026 AI-First · CS423/CSC15003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2E75B6"/>
                </a:solidFill>
                <a:latin typeface="Arial"/>
              </a:rPr>
              <a:t>FIT @ HCMUS · Department of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7315200" cy="1463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Arial"/>
              </a:rPr>
              <a:t>Mobile Automation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1">
                <a:solidFill>
                  <a:srgbClr val="202020"/>
                </a:solidFill>
                <a:latin typeface="Arial"/>
              </a:rPr>
              <a:t>Real devices, real users — Appium classic vs AI visual-driven automation.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Arial"/>
              </a:rPr>
              <a:t>ACTIVITY: Visual Diff Triage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94360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Duration: ~25 minutes · For audience teams (3–4 SV)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T03 · Mobile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0">
                <a:solidFill>
                  <a:srgbClr val="202020"/>
                </a:solidFill>
                <a:latin typeface="Arial"/>
              </a:rPr>
              <a:t>Mobile is harder than web: fragmented OS versions, sensors, network conditions, and tiny touch targets. EShop ships a React Native Expo client (Android + iOS) — perfect for exploring Appium, Espresso, and Detox alongside AI visual testing tools like Applitools. Your goal: produce a mobile test that runs on a real device farm AND survives a UI refresh.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Ground Rules for Today's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13385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Work in your team of 3–4. One designated note-taker per team.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Read the worksheet first; ask the facilitator before guessing.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AI tools are allowed — but every output must be cross-checked manually.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At the end, each team submits ONE minute-paper for audience attendance credit.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2 · Why this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T03 · Mobile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What you (the audience) will leave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•  Stand up Appium 2 with the UiAutomator2 driver; connect to a real Android device or AVD.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Author a login + product-search test for the EShop mobile app.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Add an Applitools Eyes visual check on the home screen.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Expected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Visual AI dramatically lowers script maintenance — but generates triage work.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Ignore regions must be policy-driven; ad-hoc ignoring hides regressions.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Pair visual AI with a small set of functional asserts for safety nets.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3 ·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T03 · Mobile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Tool snapshot — traditional vs AI-augmented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1F4E79"/>
                </a:solidFill>
                <a:latin typeface="Arial"/>
              </a:rPr>
              <a:t>Appium 2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Cross-platform, WebDriver protocol, large community.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Espresso (Android)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In-process, deterministic, very fast — but Android-only.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Detox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RN/Expo focus, synchronisation primitives, no real device needed in CI.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AI-augmented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Applitools Eyes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AI-based visual diff with layout-aware ignore regions.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Sauce Labs Sauce AI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Locator self-healing and failure clustering.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Mobile.dev (Maestro AI)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YAML flows + AI repair suggestions.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4 · Tool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T03 · Mobile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Activity: Visual Diff Triage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6459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1">
                <a:solidFill>
                  <a:srgbClr val="202020"/>
                </a:solidFill>
                <a:latin typeface="Arial"/>
              </a:rPr>
              <a:t>Audience teams classify a batch of Applitools failures into 'true bug', 'false positive', and 'intentional update'.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What you will need on your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1338560" cy="22860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EShop running locally (frontend + backend) OR ability to connect to the lecturer's stage env.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Your favourite text editor + a terminal.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An AI tool of your choice (ChatGPT/Claude/Gemini/Copilot/Cursor — free tier OK).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The Activity_Worksheet.md provided 3 days before this seminar.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5 · Activity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T03 · Mobile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 steps — keep tight to 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0:00–0:03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6596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Facilitator screens 10 diff cards (printed or PDF).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60904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4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0:03–0:13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60904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Teams classify each card; provide a 1-line reason.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55848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55848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0:13–0:18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55848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Reveal answer key + discuss ambiguous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50792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50792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0:18–0:23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50792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Teams design an 'ignore region' policy for EShop home banner.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45736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45736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0:23–0:25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45736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Each team shares one rule for the policy.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6 · Activity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T03 · Mobile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Debrief prompts — discuss in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What surprised you the most?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56032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56032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Where did the AI tool save you time vs add work?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56616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6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Identify ONE failure mode you would prevent next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457200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7200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If you had 1 more hour, what would you investigate next?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52144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C00000"/>
                </a:solidFill>
                <a:latin typeface="Arial"/>
              </a:rPr>
              <a:t>Each team writes ONE answer per prompt on the minute paper (handed in at end of class).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7 · Debrief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T03 · Mobile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Takeaways + further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 things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66928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Visual AI dramatically lowers script maintenance — but generates triage work.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Ignore regions must be policy-driven; ad-hoc ignoring hides regressions.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Pair visual AI with a small set of functional asserts for safety nets.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Further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30352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•  Hans-Joachim Görg — 'Practical Appium' (Chs. 1–4).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React Native testing docs — Detox vs Appium decision matrix.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Applitools — 'Visual AI 101' whitepaper.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Submit minute-paper now · 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8 ·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